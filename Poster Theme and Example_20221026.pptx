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27432000" cy="18288000"/>
  <p:notesSz cx="36118800" cy="54406800"/>
  <p:embeddedFontLst>
    <p:embeddedFont>
      <p:font typeface="Proxima Nova" panose="020B0604020202020204" charset="0"/>
      <p:regular r:id="rId4"/>
      <p:bold r:id="rId5"/>
      <p:italic r:id="rId6"/>
      <p:boldItalic r:id="rId7"/>
    </p:embeddedFont>
    <p:embeddedFont>
      <p:font typeface="Titillium" panose="020B0604020202020204" charset="0"/>
      <p:regular r:id="rId8"/>
      <p:bold r:id="rId9"/>
      <p:italic r:id="rId10"/>
      <p:boldItalic r:id="rId1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760">
          <p15:clr>
            <a:srgbClr val="A4A3A4"/>
          </p15:clr>
        </p15:guide>
        <p15:guide id="2" pos="8625">
          <p15:clr>
            <a:srgbClr val="A4A3A4"/>
          </p15:clr>
        </p15:guide>
      </p15:sldGuideLst>
    </p:ext>
    <p:ext uri="GoogleSlidesCustomDataVersion2">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17" roundtripDataSignature="AMtx7mgxw7NbJEUBcN5X6j3dZqENsOEkzQ=="/>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obias Cowles" initials="" lastIdx="4" clrIdx="0"/>
  <p:cmAuthor id="1" name="Toby Cowles" initials="TC" lastIdx="2" clrIdx="1">
    <p:extLst>
      <p:ext uri="{19B8F6BF-5375-455C-9EA6-DF929625EA0E}">
        <p15:presenceInfo xmlns:p15="http://schemas.microsoft.com/office/powerpoint/2012/main" userId="S::tgc21@case.edu::2c61721e-925b-4935-aa18-04134e3ab85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05C1FC-5054-4BC1-86DF-69CE9F4ED379}" v="6" dt="2024-11-25T19:44:03.634"/>
  </p1510:revLst>
</p1510:revInfo>
</file>

<file path=ppt/tableStyles.xml><?xml version="1.0" encoding="utf-8"?>
<a:tblStyleLst xmlns:a="http://schemas.openxmlformats.org/drawingml/2006/main" def="{476E12F9-61AB-4E40-9A54-2EAD79B28DD1}">
  <a:tblStyle styleId="{476E12F9-61AB-4E40-9A54-2EAD79B28DD1}" styleName="Table_0">
    <a:wholeTbl>
      <a:tcTxStyle>
        <a:font>
          <a:latin typeface="Arial"/>
          <a:ea typeface="Arial"/>
          <a:cs typeface="Arial"/>
        </a:font>
        <a:srgbClr val="000000"/>
      </a:tcTxStyle>
      <a:tcStyle>
        <a:tcBdr>
          <a:left>
            <a:ln w="6350" cap="flat" cmpd="sng">
              <a:solidFill>
                <a:srgbClr val="000000"/>
              </a:solidFill>
              <a:prstDash val="solid"/>
              <a:round/>
              <a:headEnd type="none" w="sm" len="sm"/>
              <a:tailEnd type="none" w="sm" len="sm"/>
            </a:ln>
          </a:left>
          <a:right>
            <a:ln w="6350" cap="flat" cmpd="sng">
              <a:solidFill>
                <a:srgbClr val="000000"/>
              </a:solidFill>
              <a:prstDash val="solid"/>
              <a:round/>
              <a:headEnd type="none" w="sm" len="sm"/>
              <a:tailEnd type="none" w="sm" len="sm"/>
            </a:ln>
          </a:right>
          <a:top>
            <a:ln w="6350" cap="flat" cmpd="sng">
              <a:solidFill>
                <a:srgbClr val="000000"/>
              </a:solidFill>
              <a:prstDash val="solid"/>
              <a:round/>
              <a:headEnd type="none" w="sm" len="sm"/>
              <a:tailEnd type="none" w="sm" len="sm"/>
            </a:ln>
          </a:top>
          <a:bottom>
            <a:ln w="6350" cap="flat" cmpd="sng">
              <a:solidFill>
                <a:srgbClr val="000000"/>
              </a:solidFill>
              <a:prstDash val="solid"/>
              <a:round/>
              <a:headEnd type="none" w="sm" len="sm"/>
              <a:tailEnd type="none" w="sm" len="sm"/>
            </a:ln>
          </a:bottom>
          <a:insideH>
            <a:ln w="6350" cap="flat" cmpd="sng">
              <a:solidFill>
                <a:srgbClr val="000000"/>
              </a:solidFill>
              <a:prstDash val="solid"/>
              <a:round/>
              <a:headEnd type="none" w="sm" len="sm"/>
              <a:tailEnd type="none" w="sm" len="sm"/>
            </a:ln>
          </a:insideH>
          <a:insideV>
            <a:ln w="6350"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5760"/>
        <p:guide pos="8625"/>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8" Type="http://schemas.openxmlformats.org/officeDocument/2006/relationships/commentAuthors" Target="commentAuthors.xml"/><Relationship Id="rId3" Type="http://schemas.openxmlformats.org/officeDocument/2006/relationships/notesMaster" Target="notesMasters/notesMaster1.xml"/><Relationship Id="rId21" Type="http://schemas.openxmlformats.org/officeDocument/2006/relationships/theme" Target="theme/theme1.xml"/><Relationship Id="rId7" Type="http://schemas.openxmlformats.org/officeDocument/2006/relationships/font" Target="fonts/font4.fntdata"/><Relationship Id="rId17" Type="http://customschemas.google.com/relationships/presentationmetadata" Target="metadata"/><Relationship Id="rId2" Type="http://schemas.openxmlformats.org/officeDocument/2006/relationships/slide" Target="slides/slide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24" Type="http://schemas.microsoft.com/office/2015/10/relationships/revisionInfo" Target="revisionInfo.xml"/><Relationship Id="rId5" Type="http://schemas.openxmlformats.org/officeDocument/2006/relationships/font" Target="fonts/font2.fntdata"/><Relationship Id="rId23" Type="http://schemas.microsoft.com/office/2016/11/relationships/changesInfo" Target="changesInfos/changesInfo1.xml"/><Relationship Id="rId10" Type="http://schemas.openxmlformats.org/officeDocument/2006/relationships/font" Target="fonts/font7.fntdata"/><Relationship Id="rId19" Type="http://schemas.openxmlformats.org/officeDocument/2006/relationships/presProps" Target="presProps.xml"/><Relationship Id="rId4" Type="http://schemas.openxmlformats.org/officeDocument/2006/relationships/font" Target="fonts/font1.fntdata"/><Relationship Id="rId9" Type="http://schemas.openxmlformats.org/officeDocument/2006/relationships/font" Target="fonts/font6.fntdata"/><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by Cowles" userId="2c61721e-925b-4935-aa18-04134e3ab852" providerId="ADAL" clId="{4105C1FC-5054-4BC1-86DF-69CE9F4ED379}"/>
    <pc:docChg chg="undo custSel modSld modNotesMaster">
      <pc:chgData name="Toby Cowles" userId="2c61721e-925b-4935-aa18-04134e3ab852" providerId="ADAL" clId="{4105C1FC-5054-4BC1-86DF-69CE9F4ED379}" dt="2024-11-25T19:44:03.634" v="2282"/>
      <pc:docMkLst>
        <pc:docMk/>
      </pc:docMkLst>
      <pc:sldChg chg="addSp delSp modSp mod modCm modNotes">
        <pc:chgData name="Toby Cowles" userId="2c61721e-925b-4935-aa18-04134e3ab852" providerId="ADAL" clId="{4105C1FC-5054-4BC1-86DF-69CE9F4ED379}" dt="2024-11-25T19:44:03.634" v="2282"/>
        <pc:sldMkLst>
          <pc:docMk/>
          <pc:sldMk cId="0" sldId="256"/>
        </pc:sldMkLst>
        <pc:spChg chg="add del mod">
          <ac:chgData name="Toby Cowles" userId="2c61721e-925b-4935-aa18-04134e3ab852" providerId="ADAL" clId="{4105C1FC-5054-4BC1-86DF-69CE9F4ED379}" dt="2024-11-19T00:47:26.517" v="239"/>
          <ac:spMkLst>
            <pc:docMk/>
            <pc:sldMk cId="0" sldId="256"/>
            <ac:spMk id="2" creationId="{14A1931B-58B9-8E67-4773-638B1010CA8A}"/>
          </ac:spMkLst>
        </pc:spChg>
        <pc:spChg chg="add mod">
          <ac:chgData name="Toby Cowles" userId="2c61721e-925b-4935-aa18-04134e3ab852" providerId="ADAL" clId="{4105C1FC-5054-4BC1-86DF-69CE9F4ED379}" dt="2024-11-25T19:30:24.447" v="2228" actId="20577"/>
          <ac:spMkLst>
            <pc:docMk/>
            <pc:sldMk cId="0" sldId="256"/>
            <ac:spMk id="2" creationId="{ACF3964F-6861-B7D5-E060-8A254FF510D6}"/>
          </ac:spMkLst>
        </pc:spChg>
        <pc:spChg chg="add mod">
          <ac:chgData name="Toby Cowles" userId="2c61721e-925b-4935-aa18-04134e3ab852" providerId="ADAL" clId="{4105C1FC-5054-4BC1-86DF-69CE9F4ED379}" dt="2024-11-19T15:56:26.898" v="1015" actId="20577"/>
          <ac:spMkLst>
            <pc:docMk/>
            <pc:sldMk cId="0" sldId="256"/>
            <ac:spMk id="3" creationId="{E30C11B3-A90A-6100-CA99-13ECA52054D5}"/>
          </ac:spMkLst>
        </pc:spChg>
        <pc:spChg chg="add mod">
          <ac:chgData name="Toby Cowles" userId="2c61721e-925b-4935-aa18-04134e3ab852" providerId="ADAL" clId="{4105C1FC-5054-4BC1-86DF-69CE9F4ED379}" dt="2024-11-19T00:51:11.688" v="661" actId="1076"/>
          <ac:spMkLst>
            <pc:docMk/>
            <pc:sldMk cId="0" sldId="256"/>
            <ac:spMk id="4" creationId="{29FCADE5-4555-6FCC-957D-591CC6CDDC71}"/>
          </ac:spMkLst>
        </pc:spChg>
        <pc:spChg chg="add mod">
          <ac:chgData name="Toby Cowles" userId="2c61721e-925b-4935-aa18-04134e3ab852" providerId="ADAL" clId="{4105C1FC-5054-4BC1-86DF-69CE9F4ED379}" dt="2024-11-25T13:45:58.704" v="2209" actId="20577"/>
          <ac:spMkLst>
            <pc:docMk/>
            <pc:sldMk cId="0" sldId="256"/>
            <ac:spMk id="5" creationId="{5F84E20C-B147-E682-01B3-238ECE6B0A68}"/>
          </ac:spMkLst>
        </pc:spChg>
        <pc:spChg chg="add mod">
          <ac:chgData name="Toby Cowles" userId="2c61721e-925b-4935-aa18-04134e3ab852" providerId="ADAL" clId="{4105C1FC-5054-4BC1-86DF-69CE9F4ED379}" dt="2024-11-19T00:53:21.941" v="883" actId="1076"/>
          <ac:spMkLst>
            <pc:docMk/>
            <pc:sldMk cId="0" sldId="256"/>
            <ac:spMk id="6" creationId="{728BBE35-651A-4141-416C-687DC31B1CE9}"/>
          </ac:spMkLst>
        </pc:spChg>
        <pc:spChg chg="add mod">
          <ac:chgData name="Toby Cowles" userId="2c61721e-925b-4935-aa18-04134e3ab852" providerId="ADAL" clId="{4105C1FC-5054-4BC1-86DF-69CE9F4ED379}" dt="2024-11-25T13:20:00.301" v="1579" actId="1076"/>
          <ac:spMkLst>
            <pc:docMk/>
            <pc:sldMk cId="0" sldId="256"/>
            <ac:spMk id="7" creationId="{3E5F256D-0FB9-FD98-9B9A-B5F048346996}"/>
          </ac:spMkLst>
        </pc:spChg>
        <pc:spChg chg="add mod">
          <ac:chgData name="Toby Cowles" userId="2c61721e-925b-4935-aa18-04134e3ab852" providerId="ADAL" clId="{4105C1FC-5054-4BC1-86DF-69CE9F4ED379}" dt="2024-11-19T15:57:15.251" v="1113" actId="313"/>
          <ac:spMkLst>
            <pc:docMk/>
            <pc:sldMk cId="0" sldId="256"/>
            <ac:spMk id="8" creationId="{69143052-8035-53EA-D693-9FF9CF500981}"/>
          </ac:spMkLst>
        </pc:spChg>
        <pc:spChg chg="add mod">
          <ac:chgData name="Toby Cowles" userId="2c61721e-925b-4935-aa18-04134e3ab852" providerId="ADAL" clId="{4105C1FC-5054-4BC1-86DF-69CE9F4ED379}" dt="2024-11-25T19:30:39.846" v="2239" actId="20577"/>
          <ac:spMkLst>
            <pc:docMk/>
            <pc:sldMk cId="0" sldId="256"/>
            <ac:spMk id="14" creationId="{DEA87863-686D-A471-5E75-25335A1F0A41}"/>
          </ac:spMkLst>
        </pc:spChg>
        <pc:spChg chg="add mod">
          <ac:chgData name="Toby Cowles" userId="2c61721e-925b-4935-aa18-04134e3ab852" providerId="ADAL" clId="{4105C1FC-5054-4BC1-86DF-69CE9F4ED379}" dt="2024-11-25T19:30:54.048" v="2253" actId="1076"/>
          <ac:spMkLst>
            <pc:docMk/>
            <pc:sldMk cId="0" sldId="256"/>
            <ac:spMk id="16" creationId="{0FCADB5E-1FF8-D41D-0D1C-C8337CEDEEA3}"/>
          </ac:spMkLst>
        </pc:spChg>
        <pc:spChg chg="add mod">
          <ac:chgData name="Toby Cowles" userId="2c61721e-925b-4935-aa18-04134e3ab852" providerId="ADAL" clId="{4105C1FC-5054-4BC1-86DF-69CE9F4ED379}" dt="2024-11-25T19:31:15.102" v="2280" actId="1076"/>
          <ac:spMkLst>
            <pc:docMk/>
            <pc:sldMk cId="0" sldId="256"/>
            <ac:spMk id="17" creationId="{00CFDD07-8CAE-24EC-5173-DEEC5D08EA70}"/>
          </ac:spMkLst>
        </pc:spChg>
        <pc:spChg chg="mod">
          <ac:chgData name="Toby Cowles" userId="2c61721e-925b-4935-aa18-04134e3ab852" providerId="ADAL" clId="{4105C1FC-5054-4BC1-86DF-69CE9F4ED379}" dt="2024-11-19T00:24:22.338" v="1" actId="2711"/>
          <ac:spMkLst>
            <pc:docMk/>
            <pc:sldMk cId="0" sldId="256"/>
            <ac:spMk id="35" creationId="{00000000-0000-0000-0000-000000000000}"/>
          </ac:spMkLst>
        </pc:spChg>
        <pc:spChg chg="mod">
          <ac:chgData name="Toby Cowles" userId="2c61721e-925b-4935-aa18-04134e3ab852" providerId="ADAL" clId="{4105C1FC-5054-4BC1-86DF-69CE9F4ED379}" dt="2024-11-19T01:50:12.119" v="1001" actId="20577"/>
          <ac:spMkLst>
            <pc:docMk/>
            <pc:sldMk cId="0" sldId="256"/>
            <ac:spMk id="36" creationId="{00000000-0000-0000-0000-000000000000}"/>
          </ac:spMkLst>
        </pc:spChg>
        <pc:spChg chg="mod">
          <ac:chgData name="Toby Cowles" userId="2c61721e-925b-4935-aa18-04134e3ab852" providerId="ADAL" clId="{4105C1FC-5054-4BC1-86DF-69CE9F4ED379}" dt="2024-11-19T00:24:16.330" v="0" actId="2711"/>
          <ac:spMkLst>
            <pc:docMk/>
            <pc:sldMk cId="0" sldId="256"/>
            <ac:spMk id="37" creationId="{00000000-0000-0000-0000-000000000000}"/>
          </ac:spMkLst>
        </pc:spChg>
        <pc:spChg chg="mod">
          <ac:chgData name="Toby Cowles" userId="2c61721e-925b-4935-aa18-04134e3ab852" providerId="ADAL" clId="{4105C1FC-5054-4BC1-86DF-69CE9F4ED379}" dt="2024-11-23T16:55:33.834" v="1238" actId="20577"/>
          <ac:spMkLst>
            <pc:docMk/>
            <pc:sldMk cId="0" sldId="256"/>
            <ac:spMk id="38" creationId="{00000000-0000-0000-0000-000000000000}"/>
          </ac:spMkLst>
        </pc:spChg>
        <pc:spChg chg="mod">
          <ac:chgData name="Toby Cowles" userId="2c61721e-925b-4935-aa18-04134e3ab852" providerId="ADAL" clId="{4105C1FC-5054-4BC1-86DF-69CE9F4ED379}" dt="2024-11-19T00:52:12.900" v="663" actId="2711"/>
          <ac:spMkLst>
            <pc:docMk/>
            <pc:sldMk cId="0" sldId="256"/>
            <ac:spMk id="39" creationId="{00000000-0000-0000-0000-000000000000}"/>
          </ac:spMkLst>
        </pc:spChg>
        <pc:spChg chg="mod">
          <ac:chgData name="Toby Cowles" userId="2c61721e-925b-4935-aa18-04134e3ab852" providerId="ADAL" clId="{4105C1FC-5054-4BC1-86DF-69CE9F4ED379}" dt="2024-11-19T00:28:04.150" v="38" actId="207"/>
          <ac:spMkLst>
            <pc:docMk/>
            <pc:sldMk cId="0" sldId="256"/>
            <ac:spMk id="40" creationId="{00000000-0000-0000-0000-000000000000}"/>
          </ac:spMkLst>
        </pc:spChg>
        <pc:spChg chg="mod">
          <ac:chgData name="Toby Cowles" userId="2c61721e-925b-4935-aa18-04134e3ab852" providerId="ADAL" clId="{4105C1FC-5054-4BC1-86DF-69CE9F4ED379}" dt="2024-11-19T00:57:36.961" v="931" actId="20577"/>
          <ac:spMkLst>
            <pc:docMk/>
            <pc:sldMk cId="0" sldId="256"/>
            <ac:spMk id="41" creationId="{00000000-0000-0000-0000-000000000000}"/>
          </ac:spMkLst>
        </pc:spChg>
        <pc:spChg chg="mod">
          <ac:chgData name="Toby Cowles" userId="2c61721e-925b-4935-aa18-04134e3ab852" providerId="ADAL" clId="{4105C1FC-5054-4BC1-86DF-69CE9F4ED379}" dt="2024-11-19T00:35:44.792" v="39" actId="2711"/>
          <ac:spMkLst>
            <pc:docMk/>
            <pc:sldMk cId="0" sldId="256"/>
            <ac:spMk id="42" creationId="{00000000-0000-0000-0000-000000000000}"/>
          </ac:spMkLst>
        </pc:spChg>
        <pc:spChg chg="mod">
          <ac:chgData name="Toby Cowles" userId="2c61721e-925b-4935-aa18-04134e3ab852" providerId="ADAL" clId="{4105C1FC-5054-4BC1-86DF-69CE9F4ED379}" dt="2024-11-19T00:56:24.555" v="891" actId="20577"/>
          <ac:spMkLst>
            <pc:docMk/>
            <pc:sldMk cId="0" sldId="256"/>
            <ac:spMk id="43" creationId="{00000000-0000-0000-0000-000000000000}"/>
          </ac:spMkLst>
        </pc:spChg>
        <pc:picChg chg="add mod">
          <ac:chgData name="Toby Cowles" userId="2c61721e-925b-4935-aa18-04134e3ab852" providerId="ADAL" clId="{4105C1FC-5054-4BC1-86DF-69CE9F4ED379}" dt="2024-11-21T20:42:22.791" v="1121" actId="1076"/>
          <ac:picMkLst>
            <pc:docMk/>
            <pc:sldMk cId="0" sldId="256"/>
            <ac:picMk id="10" creationId="{49C7BDC0-4053-6DDF-DDBA-E07368244549}"/>
          </ac:picMkLst>
        </pc:picChg>
        <pc:picChg chg="del mod">
          <ac:chgData name="Toby Cowles" userId="2c61721e-925b-4935-aa18-04134e3ab852" providerId="ADAL" clId="{4105C1FC-5054-4BC1-86DF-69CE9F4ED379}" dt="2024-11-23T16:42:02.830" v="1175" actId="478"/>
          <ac:picMkLst>
            <pc:docMk/>
            <pc:sldMk cId="0" sldId="256"/>
            <ac:picMk id="11" creationId="{E829CE95-FBE5-01A1-AE6E-914280EAAA4A}"/>
          </ac:picMkLst>
        </pc:picChg>
        <pc:picChg chg="add del">
          <ac:chgData name="Toby Cowles" userId="2c61721e-925b-4935-aa18-04134e3ab852" providerId="ADAL" clId="{4105C1FC-5054-4BC1-86DF-69CE9F4ED379}" dt="2024-11-25T19:30:30.637" v="2230" actId="22"/>
          <ac:picMkLst>
            <pc:docMk/>
            <pc:sldMk cId="0" sldId="256"/>
            <ac:picMk id="12" creationId="{CEEE2DE5-E284-0AE0-575B-E70B4A7B337B}"/>
          </ac:picMkLst>
        </pc:picChg>
        <pc:picChg chg="add mod modCrop">
          <ac:chgData name="Toby Cowles" userId="2c61721e-925b-4935-aa18-04134e3ab852" providerId="ADAL" clId="{4105C1FC-5054-4BC1-86DF-69CE9F4ED379}" dt="2024-11-25T13:46:05.809" v="2211" actId="1076"/>
          <ac:picMkLst>
            <pc:docMk/>
            <pc:sldMk cId="0" sldId="256"/>
            <ac:picMk id="13" creationId="{595FBE66-1624-59C9-8783-2162CB5BB3A5}"/>
          </ac:picMkLst>
        </pc:picChg>
        <pc:picChg chg="add mod">
          <ac:chgData name="Toby Cowles" userId="2c61721e-925b-4935-aa18-04134e3ab852" providerId="ADAL" clId="{4105C1FC-5054-4BC1-86DF-69CE9F4ED379}" dt="2024-11-25T13:46:04.422" v="2210" actId="1076"/>
          <ac:picMkLst>
            <pc:docMk/>
            <pc:sldMk cId="0" sldId="256"/>
            <ac:picMk id="15" creationId="{5012940E-4A43-2BF9-0760-FAD6C56CE40E}"/>
          </ac:picMkLst>
        </pc:picChg>
        <pc:picChg chg="mod">
          <ac:chgData name="Toby Cowles" userId="2c61721e-925b-4935-aa18-04134e3ab852" providerId="ADAL" clId="{4105C1FC-5054-4BC1-86DF-69CE9F4ED379}" dt="2024-11-25T19:29:10.629" v="2215" actId="14100"/>
          <ac:picMkLst>
            <pc:docMk/>
            <pc:sldMk cId="0" sldId="256"/>
            <ac:picMk id="44" creationId="{00000000-0000-0000-0000-000000000000}"/>
          </ac:picMkLst>
        </pc:picChg>
        <pc:picChg chg="mod">
          <ac:chgData name="Toby Cowles" userId="2c61721e-925b-4935-aa18-04134e3ab852" providerId="ADAL" clId="{4105C1FC-5054-4BC1-86DF-69CE9F4ED379}" dt="2024-11-19T00:25:55.815" v="25" actId="1076"/>
          <ac:picMkLst>
            <pc:docMk/>
            <pc:sldMk cId="0" sldId="256"/>
            <ac:picMk id="48" creationId="{00000000-0000-0000-0000-000000000000}"/>
          </ac:picMkLst>
        </pc:picChg>
        <pc:picChg chg="mod">
          <ac:chgData name="Toby Cowles" userId="2c61721e-925b-4935-aa18-04134e3ab852" providerId="ADAL" clId="{4105C1FC-5054-4BC1-86DF-69CE9F4ED379}" dt="2024-11-19T00:43:10.757" v="64" actId="552"/>
          <ac:picMkLst>
            <pc:docMk/>
            <pc:sldMk cId="0" sldId="256"/>
            <ac:picMk id="50" creationId="{00000000-0000-0000-0000-000000000000}"/>
          </ac:picMkLst>
        </pc:picChg>
        <pc:picChg chg="mod">
          <ac:chgData name="Toby Cowles" userId="2c61721e-925b-4935-aa18-04134e3ab852" providerId="ADAL" clId="{4105C1FC-5054-4BC1-86DF-69CE9F4ED379}" dt="2024-11-19T00:43:26.383" v="65" actId="552"/>
          <ac:picMkLst>
            <pc:docMk/>
            <pc:sldMk cId="0" sldId="256"/>
            <ac:picMk id="51" creationId="{00000000-0000-0000-0000-000000000000}"/>
          </ac:picMkLst>
        </pc:picChg>
        <pc:picChg chg="mod">
          <ac:chgData name="Toby Cowles" userId="2c61721e-925b-4935-aa18-04134e3ab852" providerId="ADAL" clId="{4105C1FC-5054-4BC1-86DF-69CE9F4ED379}" dt="2024-11-19T00:43:26.383" v="65" actId="552"/>
          <ac:picMkLst>
            <pc:docMk/>
            <pc:sldMk cId="0" sldId="256"/>
            <ac:picMk id="52" creationId="{00000000-0000-0000-0000-000000000000}"/>
          </ac:picMkLst>
        </pc:picChg>
        <pc:picChg chg="mod">
          <ac:chgData name="Toby Cowles" userId="2c61721e-925b-4935-aa18-04134e3ab852" providerId="ADAL" clId="{4105C1FC-5054-4BC1-86DF-69CE9F4ED379}" dt="2024-11-19T00:43:10.757" v="64" actId="552"/>
          <ac:picMkLst>
            <pc:docMk/>
            <pc:sldMk cId="0" sldId="256"/>
            <ac:picMk id="53" creationId="{00000000-0000-0000-0000-000000000000}"/>
          </ac:picMkLst>
        </pc:picChg>
        <pc:picChg chg="mod">
          <ac:chgData name="Toby Cowles" userId="2c61721e-925b-4935-aa18-04134e3ab852" providerId="ADAL" clId="{4105C1FC-5054-4BC1-86DF-69CE9F4ED379}" dt="2024-11-19T00:43:10.757" v="64" actId="552"/>
          <ac:picMkLst>
            <pc:docMk/>
            <pc:sldMk cId="0" sldId="256"/>
            <ac:picMk id="54" creationId="{00000000-0000-0000-0000-000000000000}"/>
          </ac:picMkLst>
        </pc:picChg>
        <pc:picChg chg="mod">
          <ac:chgData name="Toby Cowles" userId="2c61721e-925b-4935-aa18-04134e3ab852" providerId="ADAL" clId="{4105C1FC-5054-4BC1-86DF-69CE9F4ED379}" dt="2024-11-19T00:43:26.383" v="65" actId="552"/>
          <ac:picMkLst>
            <pc:docMk/>
            <pc:sldMk cId="0" sldId="256"/>
            <ac:picMk id="55" creationId="{00000000-0000-0000-0000-000000000000}"/>
          </ac:picMkLst>
        </pc:picChg>
        <pc:picChg chg="mod">
          <ac:chgData name="Toby Cowles" userId="2c61721e-925b-4935-aa18-04134e3ab852" providerId="ADAL" clId="{4105C1FC-5054-4BC1-86DF-69CE9F4ED379}" dt="2024-11-19T00:43:36.143" v="66" actId="552"/>
          <ac:picMkLst>
            <pc:docMk/>
            <pc:sldMk cId="0" sldId="256"/>
            <ac:picMk id="56" creationId="{00000000-0000-0000-0000-000000000000}"/>
          </ac:picMkLst>
        </pc:picChg>
        <pc:picChg chg="mod">
          <ac:chgData name="Toby Cowles" userId="2c61721e-925b-4935-aa18-04134e3ab852" providerId="ADAL" clId="{4105C1FC-5054-4BC1-86DF-69CE9F4ED379}" dt="2024-11-19T00:43:36.143" v="66" actId="552"/>
          <ac:picMkLst>
            <pc:docMk/>
            <pc:sldMk cId="0" sldId="256"/>
            <ac:picMk id="57" creationId="{00000000-0000-0000-0000-000000000000}"/>
          </ac:picMkLst>
        </pc:picChg>
        <pc:picChg chg="del mod">
          <ac:chgData name="Toby Cowles" userId="2c61721e-925b-4935-aa18-04134e3ab852" providerId="ADAL" clId="{4105C1FC-5054-4BC1-86DF-69CE9F4ED379}" dt="2024-11-23T16:42:03.703" v="1176" actId="478"/>
          <ac:picMkLst>
            <pc:docMk/>
            <pc:sldMk cId="0" sldId="256"/>
            <ac:picMk id="58" creationId="{00000000-0000-0000-0000-000000000000}"/>
          </ac:picMkLst>
        </pc:picChg>
        <pc:picChg chg="del mod">
          <ac:chgData name="Toby Cowles" userId="2c61721e-925b-4935-aa18-04134e3ab852" providerId="ADAL" clId="{4105C1FC-5054-4BC1-86DF-69CE9F4ED379}" dt="2024-11-21T20:42:10.628" v="1114" actId="478"/>
          <ac:picMkLst>
            <pc:docMk/>
            <pc:sldMk cId="0" sldId="256"/>
            <ac:picMk id="59" creationId="{00000000-0000-0000-0000-000000000000}"/>
          </ac:picMkLst>
        </pc:picChg>
        <pc:picChg chg="mod">
          <ac:chgData name="Toby Cowles" userId="2c61721e-925b-4935-aa18-04134e3ab852" providerId="ADAL" clId="{4105C1FC-5054-4BC1-86DF-69CE9F4ED379}" dt="2024-11-19T00:45:06.267" v="72" actId="1076"/>
          <ac:picMkLst>
            <pc:docMk/>
            <pc:sldMk cId="0" sldId="256"/>
            <ac:picMk id="60" creationId="{00000000-0000-0000-0000-000000000000}"/>
          </ac:picMkLst>
        </pc:picChg>
      </pc:sldChg>
    </pc:docChg>
  </pc:docChgLst>
  <pc:docChgLst>
    <pc:chgData name="Toby Cowles" userId="2c61721e-925b-4935-aa18-04134e3ab852" providerId="ADAL" clId="{46D2E703-5FEA-4BF8-A1A9-5295B71C159E}"/>
    <pc:docChg chg="custSel modSld">
      <pc:chgData name="Toby Cowles" userId="2c61721e-925b-4935-aa18-04134e3ab852" providerId="ADAL" clId="{46D2E703-5FEA-4BF8-A1A9-5295B71C159E}" dt="2024-11-25T17:59:29.977" v="436" actId="1076"/>
      <pc:docMkLst>
        <pc:docMk/>
      </pc:docMkLst>
      <pc:sldChg chg="addSp delSp modSp mod modCm">
        <pc:chgData name="Toby Cowles" userId="2c61721e-925b-4935-aa18-04134e3ab852" providerId="ADAL" clId="{46D2E703-5FEA-4BF8-A1A9-5295B71C159E}" dt="2024-11-25T17:59:29.977" v="436" actId="1076"/>
        <pc:sldMkLst>
          <pc:docMk/>
          <pc:sldMk cId="0" sldId="256"/>
        </pc:sldMkLst>
        <pc:spChg chg="mod">
          <ac:chgData name="Toby Cowles" userId="2c61721e-925b-4935-aa18-04134e3ab852" providerId="ADAL" clId="{46D2E703-5FEA-4BF8-A1A9-5295B71C159E}" dt="2024-11-20T17:59:09.768" v="163" actId="20577"/>
          <ac:spMkLst>
            <pc:docMk/>
            <pc:sldMk cId="0" sldId="256"/>
            <ac:spMk id="4" creationId="{29FCADE5-4555-6FCC-957D-591CC6CDDC71}"/>
          </ac:spMkLst>
        </pc:spChg>
        <pc:spChg chg="mod">
          <ac:chgData name="Toby Cowles" userId="2c61721e-925b-4935-aa18-04134e3ab852" providerId="ADAL" clId="{46D2E703-5FEA-4BF8-A1A9-5295B71C159E}" dt="2024-11-25T17:56:22.001" v="428" actId="313"/>
          <ac:spMkLst>
            <pc:docMk/>
            <pc:sldMk cId="0" sldId="256"/>
            <ac:spMk id="5" creationId="{5F84E20C-B147-E682-01B3-238ECE6B0A68}"/>
          </ac:spMkLst>
        </pc:spChg>
        <pc:spChg chg="mod">
          <ac:chgData name="Toby Cowles" userId="2c61721e-925b-4935-aa18-04134e3ab852" providerId="ADAL" clId="{46D2E703-5FEA-4BF8-A1A9-5295B71C159E}" dt="2024-11-20T18:00:23.710" v="224" actId="20577"/>
          <ac:spMkLst>
            <pc:docMk/>
            <pc:sldMk cId="0" sldId="256"/>
            <ac:spMk id="6" creationId="{728BBE35-651A-4141-416C-687DC31B1CE9}"/>
          </ac:spMkLst>
        </pc:spChg>
        <pc:spChg chg="mod">
          <ac:chgData name="Toby Cowles" userId="2c61721e-925b-4935-aa18-04134e3ab852" providerId="ADAL" clId="{46D2E703-5FEA-4BF8-A1A9-5295B71C159E}" dt="2024-11-25T17:58:08.275" v="431" actId="20577"/>
          <ac:spMkLst>
            <pc:docMk/>
            <pc:sldMk cId="0" sldId="256"/>
            <ac:spMk id="7" creationId="{3E5F256D-0FB9-FD98-9B9A-B5F048346996}"/>
          </ac:spMkLst>
        </pc:spChg>
        <pc:spChg chg="mod">
          <ac:chgData name="Toby Cowles" userId="2c61721e-925b-4935-aa18-04134e3ab852" providerId="ADAL" clId="{46D2E703-5FEA-4BF8-A1A9-5295B71C159E}" dt="2024-11-19T18:05:34.266" v="128" actId="1076"/>
          <ac:spMkLst>
            <pc:docMk/>
            <pc:sldMk cId="0" sldId="256"/>
            <ac:spMk id="8" creationId="{69143052-8035-53EA-D693-9FF9CF500981}"/>
          </ac:spMkLst>
        </pc:spChg>
        <pc:spChg chg="mod">
          <ac:chgData name="Toby Cowles" userId="2c61721e-925b-4935-aa18-04134e3ab852" providerId="ADAL" clId="{46D2E703-5FEA-4BF8-A1A9-5295B71C159E}" dt="2024-11-19T21:48:07.760" v="142" actId="255"/>
          <ac:spMkLst>
            <pc:docMk/>
            <pc:sldMk cId="0" sldId="256"/>
            <ac:spMk id="38" creationId="{00000000-0000-0000-0000-000000000000}"/>
          </ac:spMkLst>
        </pc:spChg>
        <pc:spChg chg="mod">
          <ac:chgData name="Toby Cowles" userId="2c61721e-925b-4935-aa18-04134e3ab852" providerId="ADAL" clId="{46D2E703-5FEA-4BF8-A1A9-5295B71C159E}" dt="2024-11-19T18:04:37.627" v="108" actId="255"/>
          <ac:spMkLst>
            <pc:docMk/>
            <pc:sldMk cId="0" sldId="256"/>
            <ac:spMk id="43" creationId="{00000000-0000-0000-0000-000000000000}"/>
          </ac:spMkLst>
        </pc:spChg>
        <pc:graphicFrameChg chg="modGraphic">
          <ac:chgData name="Toby Cowles" userId="2c61721e-925b-4935-aa18-04134e3ab852" providerId="ADAL" clId="{46D2E703-5FEA-4BF8-A1A9-5295B71C159E}" dt="2024-11-21T18:14:46.151" v="411" actId="20577"/>
          <ac:graphicFrameMkLst>
            <pc:docMk/>
            <pc:sldMk cId="0" sldId="256"/>
            <ac:graphicFrameMk id="49" creationId="{00000000-0000-0000-0000-000000000000}"/>
          </ac:graphicFrameMkLst>
        </pc:graphicFrameChg>
        <pc:picChg chg="add mod">
          <ac:chgData name="Toby Cowles" userId="2c61721e-925b-4935-aa18-04134e3ab852" providerId="ADAL" clId="{46D2E703-5FEA-4BF8-A1A9-5295B71C159E}" dt="2024-11-19T17:02:14.035" v="9" actId="1076"/>
          <ac:picMkLst>
            <pc:docMk/>
            <pc:sldMk cId="0" sldId="256"/>
            <ac:picMk id="9" creationId="{B54E5DF7-FE67-F013-5582-921FB6312E14}"/>
          </ac:picMkLst>
        </pc:picChg>
        <pc:picChg chg="add mod">
          <ac:chgData name="Toby Cowles" userId="2c61721e-925b-4935-aa18-04134e3ab852" providerId="ADAL" clId="{46D2E703-5FEA-4BF8-A1A9-5295B71C159E}" dt="2024-11-19T18:14:13.767" v="140" actId="1076"/>
          <ac:picMkLst>
            <pc:docMk/>
            <pc:sldMk cId="0" sldId="256"/>
            <ac:picMk id="11" creationId="{E829CE95-FBE5-01A1-AE6E-914280EAAA4A}"/>
          </ac:picMkLst>
        </pc:picChg>
        <pc:picChg chg="mod">
          <ac:chgData name="Toby Cowles" userId="2c61721e-925b-4935-aa18-04134e3ab852" providerId="ADAL" clId="{46D2E703-5FEA-4BF8-A1A9-5295B71C159E}" dt="2024-11-19T21:48:11.533" v="143" actId="1076"/>
          <ac:picMkLst>
            <pc:docMk/>
            <pc:sldMk cId="0" sldId="256"/>
            <ac:picMk id="44" creationId="{00000000-0000-0000-0000-000000000000}"/>
          </ac:picMkLst>
        </pc:picChg>
        <pc:picChg chg="del">
          <ac:chgData name="Toby Cowles" userId="2c61721e-925b-4935-aa18-04134e3ab852" providerId="ADAL" clId="{46D2E703-5FEA-4BF8-A1A9-5295B71C159E}" dt="2024-11-19T17:00:51.793" v="0" actId="478"/>
          <ac:picMkLst>
            <pc:docMk/>
            <pc:sldMk cId="0" sldId="256"/>
            <ac:picMk id="48" creationId="{00000000-0000-0000-0000-000000000000}"/>
          </ac:picMkLst>
        </pc:picChg>
        <pc:picChg chg="mod">
          <ac:chgData name="Toby Cowles" userId="2c61721e-925b-4935-aa18-04134e3ab852" providerId="ADAL" clId="{46D2E703-5FEA-4BF8-A1A9-5295B71C159E}" dt="2024-11-19T18:14:11.009" v="139" actId="1076"/>
          <ac:picMkLst>
            <pc:docMk/>
            <pc:sldMk cId="0" sldId="256"/>
            <ac:picMk id="58" creationId="{00000000-0000-0000-0000-000000000000}"/>
          </ac:picMkLst>
        </pc:picChg>
        <pc:picChg chg="mod">
          <ac:chgData name="Toby Cowles" userId="2c61721e-925b-4935-aa18-04134e3ab852" providerId="ADAL" clId="{46D2E703-5FEA-4BF8-A1A9-5295B71C159E}" dt="2024-11-25T17:59:29.977" v="436" actId="1076"/>
          <ac:picMkLst>
            <pc:docMk/>
            <pc:sldMk cId="0" sldId="256"/>
            <ac:picMk id="60"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757488" y="4084638"/>
            <a:ext cx="30603825" cy="204025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3611858" y="25843230"/>
            <a:ext cx="28895005" cy="24483060"/>
          </a:xfrm>
          <a:prstGeom prst="rect">
            <a:avLst/>
          </a:prstGeom>
          <a:noFill/>
          <a:ln>
            <a:noFill/>
          </a:ln>
        </p:spPr>
        <p:txBody>
          <a:bodyPr spcFirstLastPara="1" wrap="square" lIns="127447" tIns="127447" rIns="127447" bIns="127447"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
        <p:cNvGrpSpPr/>
        <p:nvPr/>
      </p:nvGrpSpPr>
      <p:grpSpPr>
        <a:xfrm>
          <a:off x="0" y="0"/>
          <a:ext cx="0" cy="0"/>
          <a:chOff x="0" y="0"/>
          <a:chExt cx="0" cy="0"/>
        </a:xfrm>
      </p:grpSpPr>
      <p:sp>
        <p:nvSpPr>
          <p:cNvPr id="29" name="Google Shape;29;p1:notes"/>
          <p:cNvSpPr txBox="1">
            <a:spLocks noGrp="1"/>
          </p:cNvSpPr>
          <p:nvPr>
            <p:ph type="body" idx="1"/>
          </p:nvPr>
        </p:nvSpPr>
        <p:spPr>
          <a:xfrm>
            <a:off x="3611858" y="25843230"/>
            <a:ext cx="28895005" cy="24483060"/>
          </a:xfrm>
          <a:prstGeom prst="rect">
            <a:avLst/>
          </a:prstGeom>
        </p:spPr>
        <p:txBody>
          <a:bodyPr spcFirstLastPara="1" wrap="square" lIns="127447" tIns="127447" rIns="127447" bIns="127447" anchor="t" anchorCtr="0">
            <a:noAutofit/>
          </a:bodyPr>
          <a:lstStyle/>
          <a:p>
            <a:pPr marL="0" indent="0">
              <a:buNone/>
            </a:pPr>
            <a:endParaRPr/>
          </a:p>
        </p:txBody>
      </p:sp>
      <p:sp>
        <p:nvSpPr>
          <p:cNvPr id="30" name="Google Shape;30;p1:notes"/>
          <p:cNvSpPr>
            <a:spLocks noGrp="1" noRot="1" noChangeAspect="1"/>
          </p:cNvSpPr>
          <p:nvPr>
            <p:ph type="sldImg" idx="2"/>
          </p:nvPr>
        </p:nvSpPr>
        <p:spPr>
          <a:xfrm>
            <a:off x="2762250" y="4084638"/>
            <a:ext cx="30602238" cy="204025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Undivided">
  <p:cSld name="Undivided">
    <p:spTree>
      <p:nvGrpSpPr>
        <p:cNvPr id="1" name="Shape 12"/>
        <p:cNvGrpSpPr/>
        <p:nvPr/>
      </p:nvGrpSpPr>
      <p:grpSpPr>
        <a:xfrm>
          <a:off x="0" y="0"/>
          <a:ext cx="0" cy="0"/>
          <a:chOff x="0" y="0"/>
          <a:chExt cx="0" cy="0"/>
        </a:xfrm>
      </p:grpSpPr>
      <p:sp>
        <p:nvSpPr>
          <p:cNvPr id="13" name="Google Shape;13;p3"/>
          <p:cNvSpPr txBox="1">
            <a:spLocks noGrp="1"/>
          </p:cNvSpPr>
          <p:nvPr>
            <p:ph type="body" idx="1"/>
          </p:nvPr>
        </p:nvSpPr>
        <p:spPr>
          <a:xfrm>
            <a:off x="914400" y="17190720"/>
            <a:ext cx="4114800" cy="400110"/>
          </a:xfrm>
          <a:prstGeom prst="rect">
            <a:avLst/>
          </a:prstGeom>
          <a:noFill/>
          <a:ln>
            <a:noFill/>
          </a:ln>
        </p:spPr>
        <p:txBody>
          <a:bodyPr spcFirstLastPara="1" wrap="square" lIns="91425" tIns="45700" rIns="91425" bIns="45700" anchor="ctr" anchorCtr="0">
            <a:normAutofit/>
          </a:bodyPr>
          <a:lstStyle>
            <a:lvl1pPr marL="457200" lvl="0" indent="-228600" algn="l">
              <a:spcBef>
                <a:spcPts val="400"/>
              </a:spcBef>
              <a:spcAft>
                <a:spcPts val="0"/>
              </a:spcAft>
              <a:buClr>
                <a:schemeClr val="dk1"/>
              </a:buClr>
              <a:buSzPts val="2000"/>
              <a:buNone/>
              <a:defRPr sz="2000"/>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4" name="Google Shape;14;p3"/>
          <p:cNvSpPr txBox="1">
            <a:spLocks noGrp="1"/>
          </p:cNvSpPr>
          <p:nvPr>
            <p:ph type="body" idx="2"/>
          </p:nvPr>
        </p:nvSpPr>
        <p:spPr>
          <a:xfrm>
            <a:off x="22402800" y="17198945"/>
            <a:ext cx="4114800" cy="400110"/>
          </a:xfrm>
          <a:prstGeom prst="rect">
            <a:avLst/>
          </a:prstGeom>
          <a:noFill/>
          <a:ln>
            <a:noFill/>
          </a:ln>
        </p:spPr>
        <p:txBody>
          <a:bodyPr spcFirstLastPara="1" wrap="square" lIns="91425" tIns="45700" rIns="91425" bIns="45700" anchor="ctr" anchorCtr="0">
            <a:normAutofit/>
          </a:bodyPr>
          <a:lstStyle>
            <a:lvl1pPr marL="457200" lvl="0" indent="-228600" algn="r">
              <a:spcBef>
                <a:spcPts val="400"/>
              </a:spcBef>
              <a:spcAft>
                <a:spcPts val="0"/>
              </a:spcAft>
              <a:buClr>
                <a:schemeClr val="dk1"/>
              </a:buClr>
              <a:buSzPts val="2000"/>
              <a:buNone/>
              <a:defRPr sz="2000"/>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5" name="Google Shape;15;p3"/>
          <p:cNvSpPr txBox="1">
            <a:spLocks noGrp="1"/>
          </p:cNvSpPr>
          <p:nvPr>
            <p:ph type="body" idx="3"/>
          </p:nvPr>
        </p:nvSpPr>
        <p:spPr>
          <a:xfrm>
            <a:off x="11429999" y="17190720"/>
            <a:ext cx="4114800" cy="400110"/>
          </a:xfrm>
          <a:prstGeom prst="rect">
            <a:avLst/>
          </a:prstGeom>
          <a:noFill/>
          <a:ln>
            <a:noFill/>
          </a:ln>
        </p:spPr>
        <p:txBody>
          <a:bodyPr spcFirstLastPara="1" wrap="square" lIns="91425" tIns="45700" rIns="91425" bIns="45700" anchor="t" anchorCtr="1">
            <a:normAutofit/>
          </a:bodyPr>
          <a:lstStyle>
            <a:lvl1pPr marL="457200" lvl="0" indent="-228600" algn="ctr">
              <a:spcBef>
                <a:spcPts val="400"/>
              </a:spcBef>
              <a:spcAft>
                <a:spcPts val="0"/>
              </a:spcAft>
              <a:buClr>
                <a:schemeClr val="dk1"/>
              </a:buClr>
              <a:buSzPts val="2000"/>
              <a:buNone/>
              <a:defRPr sz="2000"/>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6" name="Google Shape;16;p3"/>
          <p:cNvSpPr txBox="1">
            <a:spLocks noGrp="1"/>
          </p:cNvSpPr>
          <p:nvPr>
            <p:ph type="body" idx="4"/>
          </p:nvPr>
        </p:nvSpPr>
        <p:spPr>
          <a:xfrm>
            <a:off x="924025" y="2065407"/>
            <a:ext cx="25593575" cy="707886"/>
          </a:xfrm>
          <a:prstGeom prst="rect">
            <a:avLst/>
          </a:prstGeom>
          <a:noFill/>
          <a:ln>
            <a:noFill/>
          </a:ln>
        </p:spPr>
        <p:txBody>
          <a:bodyPr spcFirstLastPara="1" wrap="square" lIns="91425" tIns="45700" rIns="91425" bIns="45700" anchor="ctr" anchorCtr="1">
            <a:normAutofit/>
          </a:bodyPr>
          <a:lstStyle>
            <a:lvl1pPr marL="457200" marR="0" lvl="0" indent="-228600" algn="ctr">
              <a:lnSpc>
                <a:spcPct val="100000"/>
              </a:lnSpc>
              <a:spcBef>
                <a:spcPts val="800"/>
              </a:spcBef>
              <a:spcAft>
                <a:spcPts val="0"/>
              </a:spcAft>
              <a:buClr>
                <a:schemeClr val="dk1"/>
              </a:buClr>
              <a:buSzPts val="4000"/>
              <a:buFont typeface="Arial"/>
              <a:buNone/>
              <a:defRPr sz="4000">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7" name="Google Shape;17;p3"/>
          <p:cNvSpPr txBox="1">
            <a:spLocks noGrp="1"/>
          </p:cNvSpPr>
          <p:nvPr>
            <p:ph type="body" idx="5"/>
          </p:nvPr>
        </p:nvSpPr>
        <p:spPr>
          <a:xfrm>
            <a:off x="924026" y="2796401"/>
            <a:ext cx="25593575" cy="553998"/>
          </a:xfrm>
          <a:prstGeom prst="rect">
            <a:avLst/>
          </a:prstGeom>
          <a:noFill/>
          <a:ln>
            <a:noFill/>
          </a:ln>
        </p:spPr>
        <p:txBody>
          <a:bodyPr spcFirstLastPara="1" wrap="square" lIns="91425" tIns="45700" rIns="91425" bIns="45700" anchor="ctr" anchorCtr="1">
            <a:normAutofit/>
          </a:bodyPr>
          <a:lstStyle>
            <a:lvl1pPr marL="457200" marR="0" lvl="0" indent="-228600" algn="ctr">
              <a:lnSpc>
                <a:spcPct val="100000"/>
              </a:lnSpc>
              <a:spcBef>
                <a:spcPts val="600"/>
              </a:spcBef>
              <a:spcAft>
                <a:spcPts val="0"/>
              </a:spcAft>
              <a:buClr>
                <a:schemeClr val="dk1"/>
              </a:buClr>
              <a:buSzPts val="3000"/>
              <a:buFont typeface="Arial"/>
              <a:buNone/>
              <a:defRPr sz="3000">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8" name="Google Shape;18;p3"/>
          <p:cNvSpPr txBox="1">
            <a:spLocks noGrp="1"/>
          </p:cNvSpPr>
          <p:nvPr>
            <p:ph type="title"/>
          </p:nvPr>
        </p:nvSpPr>
        <p:spPr>
          <a:xfrm>
            <a:off x="5657850" y="762000"/>
            <a:ext cx="20859750" cy="1016000"/>
          </a:xfrm>
          <a:prstGeom prst="rect">
            <a:avLst/>
          </a:prstGeom>
          <a:noFill/>
          <a:ln>
            <a:noFill/>
          </a:ln>
        </p:spPr>
        <p:txBody>
          <a:bodyPr spcFirstLastPara="1" wrap="square" lIns="91425" tIns="45700" rIns="91425" bIns="45700" anchor="ctr" anchorCtr="0">
            <a:sp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ivided">
  <p:cSld name="Divided">
    <p:spTree>
      <p:nvGrpSpPr>
        <p:cNvPr id="1" name="Shape 19"/>
        <p:cNvGrpSpPr/>
        <p:nvPr/>
      </p:nvGrpSpPr>
      <p:grpSpPr>
        <a:xfrm>
          <a:off x="0" y="0"/>
          <a:ext cx="0" cy="0"/>
          <a:chOff x="0" y="0"/>
          <a:chExt cx="0" cy="0"/>
        </a:xfrm>
      </p:grpSpPr>
      <p:cxnSp>
        <p:nvCxnSpPr>
          <p:cNvPr id="20" name="Google Shape;20;p4"/>
          <p:cNvCxnSpPr/>
          <p:nvPr/>
        </p:nvCxnSpPr>
        <p:spPr>
          <a:xfrm>
            <a:off x="9429750" y="4572001"/>
            <a:ext cx="0" cy="11811000"/>
          </a:xfrm>
          <a:prstGeom prst="straightConnector1">
            <a:avLst/>
          </a:prstGeom>
          <a:noFill/>
          <a:ln w="152400" cap="rnd" cmpd="sng">
            <a:solidFill>
              <a:schemeClr val="dk2"/>
            </a:solidFill>
            <a:prstDash val="solid"/>
            <a:round/>
            <a:headEnd type="none" w="sm" len="sm"/>
            <a:tailEnd type="none" w="sm" len="sm"/>
          </a:ln>
          <a:effectLst>
            <a:outerShdw blurRad="40000" dist="20000" dir="5400000" rotWithShape="0">
              <a:srgbClr val="000000">
                <a:alpha val="37647"/>
              </a:srgbClr>
            </a:outerShdw>
          </a:effectLst>
        </p:spPr>
      </p:cxnSp>
      <p:cxnSp>
        <p:nvCxnSpPr>
          <p:cNvPr id="21" name="Google Shape;21;p4"/>
          <p:cNvCxnSpPr/>
          <p:nvPr/>
        </p:nvCxnSpPr>
        <p:spPr>
          <a:xfrm>
            <a:off x="18002250" y="4572001"/>
            <a:ext cx="0" cy="11811000"/>
          </a:xfrm>
          <a:prstGeom prst="straightConnector1">
            <a:avLst/>
          </a:prstGeom>
          <a:noFill/>
          <a:ln w="152400" cap="rnd" cmpd="sng">
            <a:solidFill>
              <a:schemeClr val="dk2"/>
            </a:solidFill>
            <a:prstDash val="solid"/>
            <a:round/>
            <a:headEnd type="none" w="sm" len="sm"/>
            <a:tailEnd type="none" w="sm" len="sm"/>
          </a:ln>
          <a:effectLst>
            <a:outerShdw blurRad="40000" dist="20000" dir="5400000" rotWithShape="0">
              <a:srgbClr val="000000">
                <a:alpha val="37647"/>
              </a:srgbClr>
            </a:outerShdw>
          </a:effectLst>
        </p:spPr>
      </p:cxnSp>
      <p:sp>
        <p:nvSpPr>
          <p:cNvPr id="22" name="Google Shape;22;p4"/>
          <p:cNvSpPr txBox="1">
            <a:spLocks noGrp="1"/>
          </p:cNvSpPr>
          <p:nvPr>
            <p:ph type="body" idx="1"/>
          </p:nvPr>
        </p:nvSpPr>
        <p:spPr>
          <a:xfrm>
            <a:off x="914400" y="17190720"/>
            <a:ext cx="4114800" cy="400110"/>
          </a:xfrm>
          <a:prstGeom prst="rect">
            <a:avLst/>
          </a:prstGeom>
          <a:noFill/>
          <a:ln>
            <a:noFill/>
          </a:ln>
        </p:spPr>
        <p:txBody>
          <a:bodyPr spcFirstLastPara="1" wrap="square" lIns="91425" tIns="45700" rIns="91425" bIns="45700" anchor="ctr" anchorCtr="0">
            <a:normAutofit/>
          </a:bodyPr>
          <a:lstStyle>
            <a:lvl1pPr marL="457200" lvl="0" indent="-228600" algn="l">
              <a:spcBef>
                <a:spcPts val="400"/>
              </a:spcBef>
              <a:spcAft>
                <a:spcPts val="0"/>
              </a:spcAft>
              <a:buClr>
                <a:schemeClr val="dk1"/>
              </a:buClr>
              <a:buSzPts val="2000"/>
              <a:buNone/>
              <a:defRPr sz="2000"/>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3" name="Google Shape;23;p4"/>
          <p:cNvSpPr txBox="1">
            <a:spLocks noGrp="1"/>
          </p:cNvSpPr>
          <p:nvPr>
            <p:ph type="body" idx="2"/>
          </p:nvPr>
        </p:nvSpPr>
        <p:spPr>
          <a:xfrm>
            <a:off x="22402800" y="17198945"/>
            <a:ext cx="4114800" cy="400110"/>
          </a:xfrm>
          <a:prstGeom prst="rect">
            <a:avLst/>
          </a:prstGeom>
          <a:noFill/>
          <a:ln>
            <a:noFill/>
          </a:ln>
        </p:spPr>
        <p:txBody>
          <a:bodyPr spcFirstLastPara="1" wrap="square" lIns="91425" tIns="45700" rIns="91425" bIns="45700" anchor="ctr" anchorCtr="0">
            <a:normAutofit/>
          </a:bodyPr>
          <a:lstStyle>
            <a:lvl1pPr marL="457200" lvl="0" indent="-228600" algn="r">
              <a:spcBef>
                <a:spcPts val="400"/>
              </a:spcBef>
              <a:spcAft>
                <a:spcPts val="0"/>
              </a:spcAft>
              <a:buClr>
                <a:schemeClr val="dk1"/>
              </a:buClr>
              <a:buSzPts val="2000"/>
              <a:buNone/>
              <a:defRPr sz="2000"/>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body" idx="3"/>
          </p:nvPr>
        </p:nvSpPr>
        <p:spPr>
          <a:xfrm>
            <a:off x="11429999" y="17190720"/>
            <a:ext cx="4114800" cy="400110"/>
          </a:xfrm>
          <a:prstGeom prst="rect">
            <a:avLst/>
          </a:prstGeom>
          <a:noFill/>
          <a:ln>
            <a:noFill/>
          </a:ln>
        </p:spPr>
        <p:txBody>
          <a:bodyPr spcFirstLastPara="1" wrap="square" lIns="91425" tIns="45700" rIns="91425" bIns="45700" anchor="t" anchorCtr="1">
            <a:normAutofit/>
          </a:bodyPr>
          <a:lstStyle>
            <a:lvl1pPr marL="457200" lvl="0" indent="-228600" algn="ctr">
              <a:spcBef>
                <a:spcPts val="400"/>
              </a:spcBef>
              <a:spcAft>
                <a:spcPts val="0"/>
              </a:spcAft>
              <a:buClr>
                <a:schemeClr val="dk1"/>
              </a:buClr>
              <a:buSzPts val="2000"/>
              <a:buNone/>
              <a:defRPr sz="2000"/>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 name="Google Shape;25;p4"/>
          <p:cNvSpPr txBox="1">
            <a:spLocks noGrp="1"/>
          </p:cNvSpPr>
          <p:nvPr>
            <p:ph type="body" idx="4"/>
          </p:nvPr>
        </p:nvSpPr>
        <p:spPr>
          <a:xfrm>
            <a:off x="924025" y="2065407"/>
            <a:ext cx="25593575" cy="707886"/>
          </a:xfrm>
          <a:prstGeom prst="rect">
            <a:avLst/>
          </a:prstGeom>
          <a:noFill/>
          <a:ln>
            <a:noFill/>
          </a:ln>
        </p:spPr>
        <p:txBody>
          <a:bodyPr spcFirstLastPara="1" wrap="square" lIns="91425" tIns="45700" rIns="91425" bIns="45700" anchor="ctr" anchorCtr="1">
            <a:normAutofit/>
          </a:bodyPr>
          <a:lstStyle>
            <a:lvl1pPr marL="457200" marR="0" lvl="0" indent="-228600" algn="ctr">
              <a:lnSpc>
                <a:spcPct val="100000"/>
              </a:lnSpc>
              <a:spcBef>
                <a:spcPts val="800"/>
              </a:spcBef>
              <a:spcAft>
                <a:spcPts val="0"/>
              </a:spcAft>
              <a:buClr>
                <a:schemeClr val="dk1"/>
              </a:buClr>
              <a:buSzPts val="4000"/>
              <a:buFont typeface="Arial"/>
              <a:buNone/>
              <a:defRPr sz="4000">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6" name="Google Shape;26;p4"/>
          <p:cNvSpPr txBox="1">
            <a:spLocks noGrp="1"/>
          </p:cNvSpPr>
          <p:nvPr>
            <p:ph type="body" idx="5"/>
          </p:nvPr>
        </p:nvSpPr>
        <p:spPr>
          <a:xfrm>
            <a:off x="924026" y="2796401"/>
            <a:ext cx="25593575" cy="553998"/>
          </a:xfrm>
          <a:prstGeom prst="rect">
            <a:avLst/>
          </a:prstGeom>
          <a:noFill/>
          <a:ln>
            <a:noFill/>
          </a:ln>
        </p:spPr>
        <p:txBody>
          <a:bodyPr spcFirstLastPara="1" wrap="square" lIns="91425" tIns="45700" rIns="91425" bIns="45700" anchor="ctr" anchorCtr="1">
            <a:normAutofit/>
          </a:bodyPr>
          <a:lstStyle>
            <a:lvl1pPr marL="457200" marR="0" lvl="0" indent="-228600" algn="ctr">
              <a:lnSpc>
                <a:spcPct val="100000"/>
              </a:lnSpc>
              <a:spcBef>
                <a:spcPts val="600"/>
              </a:spcBef>
              <a:spcAft>
                <a:spcPts val="0"/>
              </a:spcAft>
              <a:buClr>
                <a:schemeClr val="dk1"/>
              </a:buClr>
              <a:buSzPts val="3000"/>
              <a:buFont typeface="Arial"/>
              <a:buNone/>
              <a:defRPr sz="3000">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7" name="Google Shape;27;p4"/>
          <p:cNvSpPr txBox="1">
            <a:spLocks noGrp="1"/>
          </p:cNvSpPr>
          <p:nvPr>
            <p:ph type="title"/>
          </p:nvPr>
        </p:nvSpPr>
        <p:spPr>
          <a:xfrm>
            <a:off x="5657850" y="762000"/>
            <a:ext cx="20859750" cy="1016000"/>
          </a:xfrm>
          <a:prstGeom prst="rect">
            <a:avLst/>
          </a:prstGeom>
          <a:noFill/>
          <a:ln>
            <a:noFill/>
          </a:ln>
        </p:spPr>
        <p:txBody>
          <a:bodyPr spcFirstLastPara="1" wrap="square" lIns="91425" tIns="45700" rIns="91425" bIns="45700" anchor="ctr" anchorCtr="0">
            <a:sp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grpSp>
        <p:nvGrpSpPr>
          <p:cNvPr id="6" name="Google Shape;6;p2"/>
          <p:cNvGrpSpPr/>
          <p:nvPr/>
        </p:nvGrpSpPr>
        <p:grpSpPr>
          <a:xfrm>
            <a:off x="457200" y="457200"/>
            <a:ext cx="26517600" cy="17373600"/>
            <a:chOff x="731514" y="763051"/>
            <a:chExt cx="42428159" cy="20848320"/>
          </a:xfrm>
        </p:grpSpPr>
        <p:sp>
          <p:nvSpPr>
            <p:cNvPr id="7" name="Google Shape;7;p2"/>
            <p:cNvSpPr/>
            <p:nvPr/>
          </p:nvSpPr>
          <p:spPr>
            <a:xfrm>
              <a:off x="731514" y="763051"/>
              <a:ext cx="42428159" cy="20848320"/>
            </a:xfrm>
            <a:prstGeom prst="rect">
              <a:avLst/>
            </a:prstGeom>
            <a:noFill/>
            <a:ln w="228600" cap="flat" cmpd="sng">
              <a:solidFill>
                <a:schemeClr val="dk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5185" b="0" i="0" u="none" strike="noStrike" cap="none">
                <a:solidFill>
                  <a:schemeClr val="lt1"/>
                </a:solidFill>
                <a:latin typeface="Times New Roman"/>
                <a:ea typeface="Times New Roman"/>
                <a:cs typeface="Times New Roman"/>
                <a:sym typeface="Times New Roman"/>
              </a:endParaRPr>
            </a:p>
          </p:txBody>
        </p:sp>
        <p:sp>
          <p:nvSpPr>
            <p:cNvPr id="8" name="Google Shape;8;p2"/>
            <p:cNvSpPr/>
            <p:nvPr/>
          </p:nvSpPr>
          <p:spPr>
            <a:xfrm>
              <a:off x="33401196" y="763051"/>
              <a:ext cx="9758477" cy="7318858"/>
            </a:xfrm>
            <a:prstGeom prst="rect">
              <a:avLst/>
            </a:prstGeom>
            <a:solidFill>
              <a:schemeClr val="lt1"/>
            </a:solidFill>
            <a:ln w="304800" cap="sq"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5185" b="0" i="0" u="none" strike="noStrike" cap="none">
                <a:solidFill>
                  <a:schemeClr val="lt1"/>
                </a:solidFill>
                <a:latin typeface="Times New Roman"/>
                <a:ea typeface="Times New Roman"/>
                <a:cs typeface="Times New Roman"/>
                <a:sym typeface="Times New Roman"/>
              </a:endParaRPr>
            </a:p>
          </p:txBody>
        </p:sp>
      </p:grpSp>
      <p:sp>
        <p:nvSpPr>
          <p:cNvPr id="9" name="Google Shape;9;p2"/>
          <p:cNvSpPr txBox="1">
            <a:spLocks noGrp="1"/>
          </p:cNvSpPr>
          <p:nvPr>
            <p:ph type="title"/>
          </p:nvPr>
        </p:nvSpPr>
        <p:spPr>
          <a:xfrm>
            <a:off x="6667500" y="760681"/>
            <a:ext cx="18669000" cy="1323439"/>
          </a:xfrm>
          <a:prstGeom prst="rect">
            <a:avLst/>
          </a:prstGeom>
          <a:noFill/>
          <a:ln>
            <a:noFill/>
          </a:ln>
        </p:spPr>
        <p:txBody>
          <a:bodyPr spcFirstLastPara="1" wrap="square" lIns="91425" tIns="45700" rIns="91425" bIns="45700" anchor="ctr" anchorCtr="0">
            <a:spAutoFit/>
          </a:bodyPr>
          <a:lstStyle>
            <a:lvl1pPr marR="0" lvl="0" algn="ctr" rtl="0">
              <a:spcBef>
                <a:spcPts val="0"/>
              </a:spcBef>
              <a:spcAft>
                <a:spcPts val="0"/>
              </a:spcAft>
              <a:buSzPts val="1400"/>
              <a:buNone/>
              <a:defRPr sz="8000" b="0" i="0" u="none" strike="noStrike" cap="none">
                <a:solidFill>
                  <a:schemeClr val="dk1"/>
                </a:solidFill>
                <a:latin typeface="Arial"/>
                <a:ea typeface="Arial"/>
                <a:cs typeface="Arial"/>
                <a:sym typeface="Arial"/>
              </a:defRPr>
            </a:lvl1pPr>
            <a:lvl2pPr marR="0" lvl="1" algn="ctr" rtl="0">
              <a:spcBef>
                <a:spcPts val="0"/>
              </a:spcBef>
              <a:spcAft>
                <a:spcPts val="0"/>
              </a:spcAft>
              <a:buSzPts val="1400"/>
              <a:buNone/>
              <a:defRPr sz="15644"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15644"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15644"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15644"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15644"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15644"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15644"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15644" b="0" i="0" u="none" strike="noStrike" cap="none">
                <a:solidFill>
                  <a:schemeClr val="dk1"/>
                </a:solidFill>
                <a:latin typeface="Calibri"/>
                <a:ea typeface="Calibri"/>
                <a:cs typeface="Calibri"/>
                <a:sym typeface="Calibri"/>
              </a:defRPr>
            </a:lvl9pPr>
          </a:lstStyle>
          <a:p>
            <a:endParaRPr/>
          </a:p>
        </p:txBody>
      </p:sp>
      <p:sp>
        <p:nvSpPr>
          <p:cNvPr id="10" name="Google Shape;10;p2"/>
          <p:cNvSpPr txBox="1">
            <a:spLocks noGrp="1"/>
          </p:cNvSpPr>
          <p:nvPr>
            <p:ph type="body" idx="1"/>
          </p:nvPr>
        </p:nvSpPr>
        <p:spPr>
          <a:xfrm>
            <a:off x="857250" y="3810001"/>
            <a:ext cx="25717500" cy="12573000"/>
          </a:xfrm>
          <a:prstGeom prst="rect">
            <a:avLst/>
          </a:prstGeom>
          <a:noFill/>
          <a:ln>
            <a:noFill/>
          </a:ln>
        </p:spPr>
        <p:txBody>
          <a:bodyPr spcFirstLastPara="1" wrap="square" lIns="91425" tIns="45700" rIns="91425" bIns="45700" anchor="t" anchorCtr="0">
            <a:normAutofit/>
          </a:bodyPr>
          <a:lstStyle>
            <a:lvl1pPr marL="457200" marR="0" lvl="0" indent="-651891" algn="l" rtl="0">
              <a:spcBef>
                <a:spcPts val="1333"/>
              </a:spcBef>
              <a:spcAft>
                <a:spcPts val="0"/>
              </a:spcAft>
              <a:buClr>
                <a:schemeClr val="dk1"/>
              </a:buClr>
              <a:buSzPts val="6666"/>
              <a:buFont typeface="Arial"/>
              <a:buChar char="•"/>
              <a:defRPr sz="6666" b="0" i="0" u="none" strike="noStrike" cap="none">
                <a:solidFill>
                  <a:schemeClr val="dk1"/>
                </a:solidFill>
                <a:latin typeface="Times New Roman"/>
                <a:ea typeface="Times New Roman"/>
                <a:cs typeface="Times New Roman"/>
                <a:sym typeface="Times New Roman"/>
              </a:defRPr>
            </a:lvl1pPr>
            <a:lvl2pPr marL="914400" marR="0" lvl="1" indent="-609600" algn="l" rtl="0">
              <a:spcBef>
                <a:spcPts val="1200"/>
              </a:spcBef>
              <a:spcAft>
                <a:spcPts val="0"/>
              </a:spcAft>
              <a:buClr>
                <a:schemeClr val="dk1"/>
              </a:buClr>
              <a:buSzPts val="6000"/>
              <a:buFont typeface="Arial"/>
              <a:buChar char="–"/>
              <a:defRPr sz="6000" b="0" i="0" u="none" strike="noStrike" cap="none">
                <a:solidFill>
                  <a:schemeClr val="dk1"/>
                </a:solidFill>
                <a:latin typeface="Times New Roman"/>
                <a:ea typeface="Times New Roman"/>
                <a:cs typeface="Times New Roman"/>
                <a:sym typeface="Times New Roman"/>
              </a:defRPr>
            </a:lvl2pPr>
            <a:lvl3pPr marL="1371600" marR="0" lvl="2" indent="-577850" algn="l" rtl="0">
              <a:spcBef>
                <a:spcPts val="1100"/>
              </a:spcBef>
              <a:spcAft>
                <a:spcPts val="0"/>
              </a:spcAft>
              <a:buClr>
                <a:schemeClr val="dk1"/>
              </a:buClr>
              <a:buSzPts val="5500"/>
              <a:buFont typeface="Arial"/>
              <a:buChar char="•"/>
              <a:defRPr sz="5500" b="0" i="0" u="none" strike="noStrike" cap="none">
                <a:solidFill>
                  <a:schemeClr val="dk1"/>
                </a:solidFill>
                <a:latin typeface="Times New Roman"/>
                <a:ea typeface="Times New Roman"/>
                <a:cs typeface="Times New Roman"/>
                <a:sym typeface="Times New Roman"/>
              </a:defRPr>
            </a:lvl3pPr>
            <a:lvl4pPr marL="1828800" marR="0" lvl="3" indent="-546100" algn="l" rtl="0">
              <a:spcBef>
                <a:spcPts val="1000"/>
              </a:spcBef>
              <a:spcAft>
                <a:spcPts val="0"/>
              </a:spcAft>
              <a:buClr>
                <a:schemeClr val="dk1"/>
              </a:buClr>
              <a:buSzPts val="5000"/>
              <a:buFont typeface="Arial"/>
              <a:buChar char="–"/>
              <a:defRPr sz="5000" b="0" i="0" u="none" strike="noStrike" cap="none">
                <a:solidFill>
                  <a:schemeClr val="dk1"/>
                </a:solidFill>
                <a:latin typeface="Times New Roman"/>
                <a:ea typeface="Times New Roman"/>
                <a:cs typeface="Times New Roman"/>
                <a:sym typeface="Times New Roman"/>
              </a:defRPr>
            </a:lvl4pPr>
            <a:lvl5pPr marL="2286000" marR="0" lvl="4" indent="-514350" algn="l" rtl="0">
              <a:spcBef>
                <a:spcPts val="900"/>
              </a:spcBef>
              <a:spcAft>
                <a:spcPts val="0"/>
              </a:spcAft>
              <a:buClr>
                <a:schemeClr val="dk1"/>
              </a:buClr>
              <a:buSzPts val="4500"/>
              <a:buFont typeface="Arial"/>
              <a:buChar char="»"/>
              <a:defRPr sz="4500" b="0" i="0" u="none" strike="noStrike" cap="none">
                <a:solidFill>
                  <a:schemeClr val="dk1"/>
                </a:solidFill>
                <a:latin typeface="Times New Roman"/>
                <a:ea typeface="Times New Roman"/>
                <a:cs typeface="Times New Roman"/>
                <a:sym typeface="Times New Roman"/>
              </a:defRPr>
            </a:lvl5pPr>
            <a:lvl6pPr marL="2743200" marR="0" lvl="5" indent="-680148" algn="l" rtl="0">
              <a:spcBef>
                <a:spcPts val="1422"/>
              </a:spcBef>
              <a:spcAft>
                <a:spcPts val="0"/>
              </a:spcAft>
              <a:buClr>
                <a:schemeClr val="dk1"/>
              </a:buClr>
              <a:buSzPts val="7111"/>
              <a:buFont typeface="Arial"/>
              <a:buChar char="•"/>
              <a:defRPr sz="7111" b="0" i="0" u="none" strike="noStrike" cap="none">
                <a:solidFill>
                  <a:schemeClr val="dk1"/>
                </a:solidFill>
                <a:latin typeface="Times New Roman"/>
                <a:ea typeface="Times New Roman"/>
                <a:cs typeface="Times New Roman"/>
                <a:sym typeface="Times New Roman"/>
              </a:defRPr>
            </a:lvl6pPr>
            <a:lvl7pPr marL="3200400" marR="0" lvl="6" indent="-680148" algn="l" rtl="0">
              <a:spcBef>
                <a:spcPts val="1422"/>
              </a:spcBef>
              <a:spcAft>
                <a:spcPts val="0"/>
              </a:spcAft>
              <a:buClr>
                <a:schemeClr val="dk1"/>
              </a:buClr>
              <a:buSzPts val="7111"/>
              <a:buFont typeface="Arial"/>
              <a:buChar char="•"/>
              <a:defRPr sz="7111" b="0" i="0" u="none" strike="noStrike" cap="none">
                <a:solidFill>
                  <a:schemeClr val="dk1"/>
                </a:solidFill>
                <a:latin typeface="Times New Roman"/>
                <a:ea typeface="Times New Roman"/>
                <a:cs typeface="Times New Roman"/>
                <a:sym typeface="Times New Roman"/>
              </a:defRPr>
            </a:lvl7pPr>
            <a:lvl8pPr marL="3657600" marR="0" lvl="7" indent="-680148" algn="l" rtl="0">
              <a:spcBef>
                <a:spcPts val="1422"/>
              </a:spcBef>
              <a:spcAft>
                <a:spcPts val="0"/>
              </a:spcAft>
              <a:buClr>
                <a:schemeClr val="dk1"/>
              </a:buClr>
              <a:buSzPts val="7111"/>
              <a:buFont typeface="Arial"/>
              <a:buChar char="•"/>
              <a:defRPr sz="7111" b="0" i="0" u="none" strike="noStrike" cap="none">
                <a:solidFill>
                  <a:schemeClr val="dk1"/>
                </a:solidFill>
                <a:latin typeface="Times New Roman"/>
                <a:ea typeface="Times New Roman"/>
                <a:cs typeface="Times New Roman"/>
                <a:sym typeface="Times New Roman"/>
              </a:defRPr>
            </a:lvl8pPr>
            <a:lvl9pPr marL="4114800" marR="0" lvl="8" indent="-680148" algn="l" rtl="0">
              <a:spcBef>
                <a:spcPts val="1422"/>
              </a:spcBef>
              <a:spcAft>
                <a:spcPts val="0"/>
              </a:spcAft>
              <a:buClr>
                <a:schemeClr val="dk1"/>
              </a:buClr>
              <a:buSzPts val="7111"/>
              <a:buFont typeface="Arial"/>
              <a:buChar char="•"/>
              <a:defRPr sz="7111" b="0" i="0" u="none" strike="noStrike" cap="none">
                <a:solidFill>
                  <a:schemeClr val="dk1"/>
                </a:solidFill>
                <a:latin typeface="Times New Roman"/>
                <a:ea typeface="Times New Roman"/>
                <a:cs typeface="Times New Roman"/>
                <a:sym typeface="Times New Roman"/>
              </a:defRPr>
            </a:lvl9pPr>
          </a:lstStyle>
          <a:p>
            <a:endParaRPr/>
          </a:p>
        </p:txBody>
      </p:sp>
      <p:pic>
        <p:nvPicPr>
          <p:cNvPr id="11" name="Google Shape;11;p2"/>
          <p:cNvPicPr preferRelativeResize="0"/>
          <p:nvPr/>
        </p:nvPicPr>
        <p:blipFill rotWithShape="1">
          <a:blip r:embed="rId4">
            <a:alphaModFix/>
          </a:blip>
          <a:srcRect/>
          <a:stretch/>
        </p:blipFill>
        <p:spPr>
          <a:xfrm>
            <a:off x="914400" y="914400"/>
            <a:ext cx="4519049" cy="10160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7.png"/><Relationship Id="rId18" Type="http://schemas.openxmlformats.org/officeDocument/2006/relationships/image" Target="../media/image12.png"/><Relationship Id="rId3" Type="http://schemas.openxmlformats.org/officeDocument/2006/relationships/hyperlink" Target="https://github.com/Jana-Marie/PD-Injector" TargetMode="External"/><Relationship Id="rId21" Type="http://schemas.openxmlformats.org/officeDocument/2006/relationships/image" Target="../media/image15.png"/><Relationship Id="rId7" Type="http://schemas.openxmlformats.org/officeDocument/2006/relationships/hyperlink" Target="https://www.nxp.com/docs/en/user-guide/UM10204.pdf" TargetMode="External"/><Relationship Id="rId12" Type="http://schemas.openxmlformats.org/officeDocument/2006/relationships/image" Target="../media/image6.png"/><Relationship Id="rId17" Type="http://schemas.openxmlformats.org/officeDocument/2006/relationships/image" Target="../media/image11.png"/><Relationship Id="rId25" Type="http://schemas.openxmlformats.org/officeDocument/2006/relationships/image" Target="../media/image19.png"/><Relationship Id="rId2" Type="http://schemas.openxmlformats.org/officeDocument/2006/relationships/notesSlide" Target="../notesSlides/notesSlide1.xml"/><Relationship Id="rId16" Type="http://schemas.openxmlformats.org/officeDocument/2006/relationships/image" Target="../media/image10.png"/><Relationship Id="rId20"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hyperlink" Target="https://usb.org/document-library/usb-type-cr-cable-and-connector-specification-release-23" TargetMode="External"/><Relationship Id="rId11" Type="http://schemas.openxmlformats.org/officeDocument/2006/relationships/image" Target="../media/image5.png"/><Relationship Id="rId24" Type="http://schemas.openxmlformats.org/officeDocument/2006/relationships/image" Target="../media/image18.png"/><Relationship Id="rId5" Type="http://schemas.openxmlformats.org/officeDocument/2006/relationships/hyperlink" Target="https://usb.org/document-library/usb-power-delivery" TargetMode="External"/><Relationship Id="rId15" Type="http://schemas.openxmlformats.org/officeDocument/2006/relationships/image" Target="../media/image9.png"/><Relationship Id="rId23" Type="http://schemas.openxmlformats.org/officeDocument/2006/relationships/image" Target="../media/image17.png"/><Relationship Id="rId10" Type="http://schemas.openxmlformats.org/officeDocument/2006/relationships/image" Target="../media/image4.png"/><Relationship Id="rId19" Type="http://schemas.openxmlformats.org/officeDocument/2006/relationships/image" Target="../media/image13.png"/><Relationship Id="rId4" Type="http://schemas.openxmlformats.org/officeDocument/2006/relationships/hyperlink" Target="https://usb.org/document-library/usb-32-revision-11-june-2022" TargetMode="External"/><Relationship Id="rId9" Type="http://schemas.openxmlformats.org/officeDocument/2006/relationships/image" Target="../media/image3.png"/><Relationship Id="rId14" Type="http://schemas.openxmlformats.org/officeDocument/2006/relationships/image" Target="../media/image8.png"/><Relationship Id="rId22" Type="http://schemas.openxmlformats.org/officeDocument/2006/relationships/image" Target="../media/image1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1"/>
        <p:cNvGrpSpPr/>
        <p:nvPr/>
      </p:nvGrpSpPr>
      <p:grpSpPr>
        <a:xfrm>
          <a:off x="0" y="0"/>
          <a:ext cx="0" cy="0"/>
          <a:chOff x="0" y="0"/>
          <a:chExt cx="0" cy="0"/>
        </a:xfrm>
      </p:grpSpPr>
      <p:sp>
        <p:nvSpPr>
          <p:cNvPr id="32" name="Google Shape;32;p1"/>
          <p:cNvSpPr txBox="1">
            <a:spLocks noGrp="1"/>
          </p:cNvSpPr>
          <p:nvPr>
            <p:ph type="body" idx="1"/>
          </p:nvPr>
        </p:nvSpPr>
        <p:spPr>
          <a:xfrm>
            <a:off x="914400" y="17190720"/>
            <a:ext cx="4114800" cy="40011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2000"/>
              <a:buNone/>
            </a:pPr>
            <a:r>
              <a:rPr lang="en-US"/>
              <a:t>Presented: December 6th, 2024</a:t>
            </a:r>
            <a:endParaRPr/>
          </a:p>
        </p:txBody>
      </p:sp>
      <p:sp>
        <p:nvSpPr>
          <p:cNvPr id="33" name="Google Shape;33;p1"/>
          <p:cNvSpPr txBox="1">
            <a:spLocks noGrp="1"/>
          </p:cNvSpPr>
          <p:nvPr>
            <p:ph type="body" idx="2"/>
          </p:nvPr>
        </p:nvSpPr>
        <p:spPr>
          <a:xfrm>
            <a:off x="22402800" y="17198945"/>
            <a:ext cx="4114800" cy="400110"/>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Clr>
                <a:schemeClr val="dk1"/>
              </a:buClr>
              <a:buSzPts val="2000"/>
              <a:buNone/>
            </a:pPr>
            <a:r>
              <a:rPr lang="en-US"/>
              <a:t>ECSE 398</a:t>
            </a:r>
            <a:endParaRPr/>
          </a:p>
        </p:txBody>
      </p:sp>
      <p:sp>
        <p:nvSpPr>
          <p:cNvPr id="34" name="Google Shape;34;p1"/>
          <p:cNvSpPr txBox="1">
            <a:spLocks noGrp="1"/>
          </p:cNvSpPr>
          <p:nvPr>
            <p:ph type="body" idx="3"/>
          </p:nvPr>
        </p:nvSpPr>
        <p:spPr>
          <a:xfrm>
            <a:off x="11429999" y="17190720"/>
            <a:ext cx="4114800" cy="400110"/>
          </a:xfrm>
          <a:prstGeom prst="rect">
            <a:avLst/>
          </a:prstGeom>
          <a:noFill/>
          <a:ln>
            <a:noFill/>
          </a:ln>
        </p:spPr>
        <p:txBody>
          <a:bodyPr spcFirstLastPara="1" wrap="square" lIns="91425" tIns="45700" rIns="91425" bIns="45700" anchor="t" anchorCtr="1">
            <a:normAutofit/>
          </a:bodyPr>
          <a:lstStyle/>
          <a:p>
            <a:pPr marL="0" lvl="0" indent="0" algn="ctr" rtl="0">
              <a:spcBef>
                <a:spcPts val="0"/>
              </a:spcBef>
              <a:spcAft>
                <a:spcPts val="0"/>
              </a:spcAft>
              <a:buClr>
                <a:schemeClr val="dk1"/>
              </a:buClr>
              <a:buSzPts val="2000"/>
              <a:buNone/>
            </a:pPr>
            <a:r>
              <a:rPr lang="en-US"/>
              <a:t>Copyright © 2024</a:t>
            </a:r>
            <a:endParaRPr/>
          </a:p>
        </p:txBody>
      </p:sp>
      <p:sp>
        <p:nvSpPr>
          <p:cNvPr id="35" name="Google Shape;35;p1"/>
          <p:cNvSpPr txBox="1">
            <a:spLocks noGrp="1"/>
          </p:cNvSpPr>
          <p:nvPr>
            <p:ph type="body" idx="4"/>
          </p:nvPr>
        </p:nvSpPr>
        <p:spPr>
          <a:xfrm>
            <a:off x="924025" y="2065407"/>
            <a:ext cx="25593575" cy="707886"/>
          </a:xfrm>
          <a:prstGeom prst="rect">
            <a:avLst/>
          </a:prstGeom>
          <a:noFill/>
          <a:ln>
            <a:noFill/>
          </a:ln>
        </p:spPr>
        <p:txBody>
          <a:bodyPr spcFirstLastPara="1" wrap="square" lIns="91425" tIns="45700" rIns="91425" bIns="45700" anchor="ctr" anchorCtr="1">
            <a:normAutofit/>
          </a:bodyPr>
          <a:lstStyle/>
          <a:p>
            <a:pPr marL="0" marR="0" lvl="0" indent="0" algn="ctr" rtl="0">
              <a:lnSpc>
                <a:spcPct val="100000"/>
              </a:lnSpc>
              <a:spcBef>
                <a:spcPts val="0"/>
              </a:spcBef>
              <a:spcAft>
                <a:spcPts val="0"/>
              </a:spcAft>
              <a:buClr>
                <a:schemeClr val="dk1"/>
              </a:buClr>
              <a:buSzPts val="4000"/>
              <a:buFont typeface="Arial"/>
              <a:buNone/>
            </a:pPr>
            <a:r>
              <a:rPr lang="en-US">
                <a:latin typeface="Titillium" panose="00000500000000000000" pitchFamily="50" charset="0"/>
              </a:rPr>
              <a:t>Zach Brown (EE) Toby Cowles (EE,CE) Carter </a:t>
            </a:r>
            <a:r>
              <a:rPr lang="en-US" err="1">
                <a:latin typeface="Titillium" panose="00000500000000000000" pitchFamily="50" charset="0"/>
              </a:rPr>
              <a:t>Graefnitz</a:t>
            </a:r>
            <a:r>
              <a:rPr lang="en-US">
                <a:latin typeface="Titillium" panose="00000500000000000000" pitchFamily="50" charset="0"/>
              </a:rPr>
              <a:t> (EE) </a:t>
            </a:r>
            <a:endParaRPr>
              <a:latin typeface="Titillium" panose="00000500000000000000" pitchFamily="50" charset="0"/>
            </a:endParaRPr>
          </a:p>
        </p:txBody>
      </p:sp>
      <p:sp>
        <p:nvSpPr>
          <p:cNvPr id="36" name="Google Shape;36;p1"/>
          <p:cNvSpPr txBox="1">
            <a:spLocks noGrp="1"/>
          </p:cNvSpPr>
          <p:nvPr>
            <p:ph type="body" idx="5"/>
          </p:nvPr>
        </p:nvSpPr>
        <p:spPr>
          <a:xfrm>
            <a:off x="924026" y="2796401"/>
            <a:ext cx="25593600" cy="554100"/>
          </a:xfrm>
          <a:prstGeom prst="rect">
            <a:avLst/>
          </a:prstGeom>
          <a:noFill/>
          <a:ln>
            <a:noFill/>
          </a:ln>
        </p:spPr>
        <p:txBody>
          <a:bodyPr spcFirstLastPara="1" wrap="square" lIns="91425" tIns="45700" rIns="91425" bIns="45700" anchor="ctr" anchorCtr="1">
            <a:normAutofit/>
          </a:bodyPr>
          <a:lstStyle/>
          <a:p>
            <a:pPr marL="0" marR="0" lvl="0" indent="0" algn="ctr" rtl="0">
              <a:lnSpc>
                <a:spcPct val="100000"/>
              </a:lnSpc>
              <a:spcBef>
                <a:spcPts val="0"/>
              </a:spcBef>
              <a:spcAft>
                <a:spcPts val="0"/>
              </a:spcAft>
              <a:buClr>
                <a:schemeClr val="dk1"/>
              </a:buClr>
              <a:buSzPts val="3000"/>
              <a:buFont typeface="Arial"/>
              <a:buNone/>
            </a:pPr>
            <a:r>
              <a:rPr lang="en-US">
                <a:latin typeface="Titillium" panose="00000500000000000000" pitchFamily="50" charset="0"/>
              </a:rPr>
              <a:t>Instructor/Advisor </a:t>
            </a:r>
            <a:r>
              <a:rPr lang="en-US" err="1">
                <a:latin typeface="Titillium" panose="00000500000000000000" pitchFamily="50" charset="0"/>
              </a:rPr>
              <a:t>Dr.Gregory</a:t>
            </a:r>
            <a:r>
              <a:rPr lang="en-US">
                <a:latin typeface="Titillium" panose="00000500000000000000" pitchFamily="50" charset="0"/>
              </a:rPr>
              <a:t> Lee, PhD, (ECSE Case Western Reverse University)</a:t>
            </a:r>
            <a:endParaRPr>
              <a:latin typeface="Titillium" panose="00000500000000000000" pitchFamily="50" charset="0"/>
            </a:endParaRPr>
          </a:p>
        </p:txBody>
      </p:sp>
      <p:sp>
        <p:nvSpPr>
          <p:cNvPr id="37" name="Google Shape;37;p1"/>
          <p:cNvSpPr txBox="1">
            <a:spLocks noGrp="1"/>
          </p:cNvSpPr>
          <p:nvPr>
            <p:ph type="title"/>
          </p:nvPr>
        </p:nvSpPr>
        <p:spPr>
          <a:xfrm>
            <a:off x="5657850" y="762000"/>
            <a:ext cx="20859750" cy="1016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None/>
            </a:pPr>
            <a:r>
              <a:rPr lang="en-US">
                <a:latin typeface="Titillium" panose="00000500000000000000" pitchFamily="50" charset="0"/>
              </a:rPr>
              <a:t>High Speed High Power USB C PD Hub</a:t>
            </a:r>
            <a:endParaRPr>
              <a:latin typeface="Titillium" panose="00000500000000000000" pitchFamily="50" charset="0"/>
            </a:endParaRPr>
          </a:p>
        </p:txBody>
      </p:sp>
      <p:sp>
        <p:nvSpPr>
          <p:cNvPr id="38" name="Google Shape;38;p1"/>
          <p:cNvSpPr/>
          <p:nvPr/>
        </p:nvSpPr>
        <p:spPr>
          <a:xfrm>
            <a:off x="858825" y="3373500"/>
            <a:ext cx="8295300" cy="6607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US" sz="3600">
                <a:latin typeface="Titillium" panose="00000500000000000000" pitchFamily="50" charset="0"/>
                <a:ea typeface="Times New Roman"/>
                <a:cs typeface="Times New Roman"/>
                <a:sym typeface="Times New Roman"/>
              </a:rPr>
              <a:t>Problem, Background &amp; Context:</a:t>
            </a:r>
            <a:endParaRPr sz="3600">
              <a:latin typeface="Titillium" panose="00000500000000000000" pitchFamily="50" charset="0"/>
              <a:ea typeface="Times New Roman"/>
              <a:cs typeface="Times New Roman"/>
              <a:sym typeface="Times New Roman"/>
            </a:endParaRPr>
          </a:p>
          <a:p>
            <a:pPr marL="0" lvl="0" indent="0" algn="l" rtl="0">
              <a:lnSpc>
                <a:spcPct val="115000"/>
              </a:lnSpc>
              <a:spcBef>
                <a:spcPts val="0"/>
              </a:spcBef>
              <a:spcAft>
                <a:spcPts val="0"/>
              </a:spcAft>
              <a:buNone/>
            </a:pPr>
            <a:r>
              <a:rPr lang="en-US" sz="1800">
                <a:solidFill>
                  <a:schemeClr val="tx1">
                    <a:lumMod val="50000"/>
                  </a:schemeClr>
                </a:solidFill>
                <a:latin typeface="Times New Roman" panose="02020603050405020304" pitchFamily="18" charset="0"/>
                <a:ea typeface="Proxima Nova"/>
                <a:cs typeface="Times New Roman" panose="02020603050405020304" pitchFamily="18" charset="0"/>
                <a:sym typeface="Proxima Nova"/>
              </a:rPr>
              <a:t>There is not a commercial USB hub available that is capable of supplying high power USB C PD and high speed data (10Gb/s+) on the same hub. Therefore we propose the design and manufacture of such a hub. </a:t>
            </a:r>
            <a:endParaRPr sz="1800">
              <a:solidFill>
                <a:schemeClr val="tx1">
                  <a:lumMod val="50000"/>
                </a:schemeClr>
              </a:solidFill>
              <a:latin typeface="Times New Roman" panose="02020603050405020304" pitchFamily="18" charset="0"/>
              <a:ea typeface="Proxima Nova"/>
              <a:cs typeface="Times New Roman" panose="02020603050405020304" pitchFamily="18" charset="0"/>
              <a:sym typeface="Proxima Nova"/>
            </a:endParaRPr>
          </a:p>
          <a:p>
            <a:pPr marL="0" lvl="0" indent="0" algn="l" rtl="0">
              <a:lnSpc>
                <a:spcPct val="115000"/>
              </a:lnSpc>
              <a:spcBef>
                <a:spcPts val="0"/>
              </a:spcBef>
              <a:spcAft>
                <a:spcPts val="0"/>
              </a:spcAft>
              <a:buNone/>
            </a:pPr>
            <a:r>
              <a:rPr lang="en-US" sz="1800">
                <a:solidFill>
                  <a:schemeClr val="tx1">
                    <a:lumMod val="50000"/>
                  </a:schemeClr>
                </a:solidFill>
                <a:latin typeface="Times New Roman" panose="02020603050405020304" pitchFamily="18" charset="0"/>
                <a:ea typeface="Proxima Nova"/>
                <a:cs typeface="Times New Roman" panose="02020603050405020304" pitchFamily="18" charset="0"/>
                <a:sym typeface="Proxima Nova"/>
              </a:rPr>
              <a:t>Similar existing solutions are all flawed : </a:t>
            </a:r>
            <a:br>
              <a:rPr lang="en-US" sz="1800">
                <a:solidFill>
                  <a:schemeClr val="tx1">
                    <a:lumMod val="50000"/>
                  </a:schemeClr>
                </a:solidFill>
                <a:latin typeface="Times New Roman" panose="02020603050405020304" pitchFamily="18" charset="0"/>
                <a:ea typeface="Proxima Nova"/>
                <a:cs typeface="Times New Roman" panose="02020603050405020304" pitchFamily="18" charset="0"/>
                <a:sym typeface="Proxima Nova"/>
              </a:rPr>
            </a:br>
            <a:r>
              <a:rPr lang="en-US" sz="1800">
                <a:solidFill>
                  <a:schemeClr val="tx1">
                    <a:lumMod val="50000"/>
                  </a:schemeClr>
                </a:solidFill>
                <a:latin typeface="Times New Roman" panose="02020603050405020304" pitchFamily="18" charset="0"/>
                <a:ea typeface="Open Sans"/>
                <a:cs typeface="Times New Roman" panose="02020603050405020304" pitchFamily="18" charset="0"/>
                <a:sym typeface="Open Sans"/>
              </a:rPr>
              <a:t>Commercial Solutions </a:t>
            </a:r>
            <a:endParaRPr sz="1800">
              <a:solidFill>
                <a:schemeClr val="tx1">
                  <a:lumMod val="50000"/>
                </a:schemeClr>
              </a:solidFill>
              <a:latin typeface="Times New Roman" panose="02020603050405020304" pitchFamily="18" charset="0"/>
              <a:ea typeface="Open Sans"/>
              <a:cs typeface="Times New Roman" panose="02020603050405020304" pitchFamily="18" charset="0"/>
              <a:sym typeface="Open Sans"/>
            </a:endParaRPr>
          </a:p>
          <a:p>
            <a:pPr marL="0" lvl="0" indent="0" algn="l" rtl="0">
              <a:lnSpc>
                <a:spcPct val="115000"/>
              </a:lnSpc>
              <a:spcBef>
                <a:spcPts val="0"/>
              </a:spcBef>
              <a:spcAft>
                <a:spcPts val="0"/>
              </a:spcAft>
              <a:buNone/>
            </a:pPr>
            <a:r>
              <a:rPr lang="en-US" sz="1800">
                <a:solidFill>
                  <a:schemeClr val="tx1">
                    <a:lumMod val="50000"/>
                  </a:schemeClr>
                </a:solidFill>
                <a:latin typeface="Times New Roman" panose="02020603050405020304" pitchFamily="18" charset="0"/>
                <a:ea typeface="Open Sans"/>
                <a:cs typeface="Times New Roman" panose="02020603050405020304" pitchFamily="18" charset="0"/>
                <a:sym typeface="Open Sans"/>
              </a:rPr>
              <a:t>	-USB C Hubs (no power)</a:t>
            </a:r>
            <a:endParaRPr sz="1800">
              <a:solidFill>
                <a:schemeClr val="tx1">
                  <a:lumMod val="50000"/>
                </a:schemeClr>
              </a:solidFill>
              <a:latin typeface="Times New Roman" panose="02020603050405020304" pitchFamily="18" charset="0"/>
              <a:ea typeface="Open Sans"/>
              <a:cs typeface="Times New Roman" panose="02020603050405020304" pitchFamily="18" charset="0"/>
              <a:sym typeface="Open Sans"/>
            </a:endParaRPr>
          </a:p>
          <a:p>
            <a:pPr marL="0" lvl="0" indent="0" algn="l" rtl="0">
              <a:lnSpc>
                <a:spcPct val="115000"/>
              </a:lnSpc>
              <a:spcBef>
                <a:spcPts val="1200"/>
              </a:spcBef>
              <a:spcAft>
                <a:spcPts val="0"/>
              </a:spcAft>
              <a:buNone/>
            </a:pPr>
            <a:r>
              <a:rPr lang="en-US" sz="1800">
                <a:solidFill>
                  <a:schemeClr val="tx1">
                    <a:lumMod val="50000"/>
                  </a:schemeClr>
                </a:solidFill>
                <a:latin typeface="Times New Roman" panose="02020603050405020304" pitchFamily="18" charset="0"/>
                <a:ea typeface="Open Sans"/>
                <a:cs typeface="Times New Roman" panose="02020603050405020304" pitchFamily="18" charset="0"/>
                <a:sym typeface="Open Sans"/>
              </a:rPr>
              <a:t>	-USB PD adapters (no data)</a:t>
            </a:r>
            <a:endParaRPr sz="1800">
              <a:solidFill>
                <a:schemeClr val="tx1">
                  <a:lumMod val="50000"/>
                </a:schemeClr>
              </a:solidFill>
              <a:latin typeface="Times New Roman" panose="02020603050405020304" pitchFamily="18" charset="0"/>
              <a:ea typeface="Open Sans"/>
              <a:cs typeface="Times New Roman" panose="02020603050405020304" pitchFamily="18" charset="0"/>
              <a:sym typeface="Open Sans"/>
            </a:endParaRPr>
          </a:p>
          <a:p>
            <a:pPr marL="0" lvl="0" indent="0" algn="l" rtl="0">
              <a:lnSpc>
                <a:spcPct val="115000"/>
              </a:lnSpc>
              <a:spcBef>
                <a:spcPts val="1200"/>
              </a:spcBef>
              <a:spcAft>
                <a:spcPts val="0"/>
              </a:spcAft>
              <a:buNone/>
            </a:pPr>
            <a:r>
              <a:rPr lang="en-US" sz="1800">
                <a:solidFill>
                  <a:schemeClr val="tx1">
                    <a:lumMod val="50000"/>
                  </a:schemeClr>
                </a:solidFill>
                <a:latin typeface="Times New Roman" panose="02020603050405020304" pitchFamily="18" charset="0"/>
                <a:ea typeface="Open Sans"/>
                <a:cs typeface="Times New Roman" panose="02020603050405020304" pitchFamily="18" charset="0"/>
                <a:sym typeface="Open Sans"/>
              </a:rPr>
              <a:t>	-Thunderbolt Docks</a:t>
            </a:r>
            <a:endParaRPr sz="1800">
              <a:solidFill>
                <a:schemeClr val="tx1">
                  <a:lumMod val="50000"/>
                </a:schemeClr>
              </a:solidFill>
              <a:latin typeface="Times New Roman" panose="02020603050405020304" pitchFamily="18" charset="0"/>
              <a:ea typeface="Open Sans"/>
              <a:cs typeface="Times New Roman" panose="02020603050405020304" pitchFamily="18" charset="0"/>
              <a:sym typeface="Open Sans"/>
            </a:endParaRPr>
          </a:p>
          <a:p>
            <a:pPr marL="0" lvl="0" indent="457200" algn="l" rtl="0">
              <a:lnSpc>
                <a:spcPct val="115000"/>
              </a:lnSpc>
              <a:spcBef>
                <a:spcPts val="1200"/>
              </a:spcBef>
              <a:spcAft>
                <a:spcPts val="0"/>
              </a:spcAft>
              <a:buNone/>
            </a:pPr>
            <a:r>
              <a:rPr lang="en-US" sz="1800">
                <a:solidFill>
                  <a:schemeClr val="tx1">
                    <a:lumMod val="50000"/>
                  </a:schemeClr>
                </a:solidFill>
                <a:latin typeface="Times New Roman" panose="02020603050405020304" pitchFamily="18" charset="0"/>
                <a:ea typeface="Open Sans"/>
                <a:cs typeface="Times New Roman" panose="02020603050405020304" pitchFamily="18" charset="0"/>
                <a:sym typeface="Open Sans"/>
              </a:rPr>
              <a:t>(bulky, expensive, unneeded features, limited ports)</a:t>
            </a:r>
            <a:endParaRPr sz="1800">
              <a:solidFill>
                <a:schemeClr val="tx1">
                  <a:lumMod val="50000"/>
                </a:schemeClr>
              </a:solidFill>
              <a:latin typeface="Times New Roman" panose="02020603050405020304" pitchFamily="18" charset="0"/>
              <a:ea typeface="Open Sans"/>
              <a:cs typeface="Times New Roman" panose="02020603050405020304" pitchFamily="18" charset="0"/>
              <a:sym typeface="Open Sans"/>
            </a:endParaRPr>
          </a:p>
          <a:p>
            <a:pPr marL="0" lvl="0" indent="0" algn="l" rtl="0">
              <a:lnSpc>
                <a:spcPct val="115000"/>
              </a:lnSpc>
              <a:spcBef>
                <a:spcPts val="1200"/>
              </a:spcBef>
              <a:spcAft>
                <a:spcPts val="0"/>
              </a:spcAft>
              <a:buNone/>
            </a:pPr>
            <a:r>
              <a:rPr lang="en-US" sz="1800">
                <a:solidFill>
                  <a:schemeClr val="tx1">
                    <a:lumMod val="50000"/>
                  </a:schemeClr>
                </a:solidFill>
                <a:latin typeface="Times New Roman" panose="02020603050405020304" pitchFamily="18" charset="0"/>
                <a:ea typeface="Open Sans"/>
                <a:cs typeface="Times New Roman" panose="02020603050405020304" pitchFamily="18" charset="0"/>
                <a:sym typeface="Open Sans"/>
              </a:rPr>
              <a:t>Existing Projects</a:t>
            </a:r>
            <a:endParaRPr sz="1800">
              <a:solidFill>
                <a:schemeClr val="tx1">
                  <a:lumMod val="50000"/>
                </a:schemeClr>
              </a:solidFill>
              <a:latin typeface="Times New Roman" panose="02020603050405020304" pitchFamily="18" charset="0"/>
              <a:ea typeface="Open Sans"/>
              <a:cs typeface="Times New Roman" panose="02020603050405020304" pitchFamily="18" charset="0"/>
              <a:sym typeface="Open Sans"/>
            </a:endParaRPr>
          </a:p>
          <a:p>
            <a:pPr marL="0" lvl="0" indent="0" algn="l" rtl="0">
              <a:lnSpc>
                <a:spcPct val="115000"/>
              </a:lnSpc>
              <a:spcBef>
                <a:spcPts val="1200"/>
              </a:spcBef>
              <a:spcAft>
                <a:spcPts val="0"/>
              </a:spcAft>
              <a:buNone/>
            </a:pPr>
            <a:r>
              <a:rPr lang="en-US" sz="1800">
                <a:solidFill>
                  <a:schemeClr val="tx1">
                    <a:lumMod val="50000"/>
                  </a:schemeClr>
                </a:solidFill>
                <a:latin typeface="Times New Roman" panose="02020603050405020304" pitchFamily="18" charset="0"/>
                <a:ea typeface="Open Sans"/>
                <a:cs typeface="Times New Roman" panose="02020603050405020304" pitchFamily="18" charset="0"/>
                <a:sym typeface="Open Sans"/>
              </a:rPr>
              <a:t> </a:t>
            </a:r>
            <a:r>
              <a:rPr lang="en-US" sz="1800" u="sng">
                <a:solidFill>
                  <a:schemeClr val="tx1">
                    <a:lumMod val="50000"/>
                  </a:schemeClr>
                </a:solidFill>
                <a:latin typeface="Times New Roman" panose="02020603050405020304" pitchFamily="18" charset="0"/>
                <a:ea typeface="Open Sans"/>
                <a:cs typeface="Times New Roman" panose="02020603050405020304" pitchFamily="18" charset="0"/>
                <a:sym typeface="Open Sans"/>
                <a:hlinkClick r:id="rId3">
                  <a:extLst>
                    <a:ext uri="{A12FA001-AC4F-418D-AE19-62706E023703}">
                      <ahyp:hlinkClr xmlns:ahyp="http://schemas.microsoft.com/office/drawing/2018/hyperlinkcolor" val="tx"/>
                    </a:ext>
                  </a:extLst>
                </a:hlinkClick>
              </a:rPr>
              <a:t>https://github.com/Jana-Marie/PD-Injector</a:t>
            </a:r>
            <a:br>
              <a:rPr lang="en-US" sz="1800">
                <a:solidFill>
                  <a:schemeClr val="tx1">
                    <a:lumMod val="50000"/>
                  </a:schemeClr>
                </a:solidFill>
                <a:latin typeface="Times New Roman" panose="02020603050405020304" pitchFamily="18" charset="0"/>
                <a:ea typeface="Open Sans"/>
                <a:cs typeface="Times New Roman" panose="02020603050405020304" pitchFamily="18" charset="0"/>
                <a:sym typeface="Open Sans"/>
              </a:rPr>
            </a:br>
            <a:r>
              <a:rPr lang="en-US" sz="1800">
                <a:solidFill>
                  <a:schemeClr val="tx1">
                    <a:lumMod val="50000"/>
                  </a:schemeClr>
                </a:solidFill>
                <a:latin typeface="Times New Roman" panose="02020603050405020304" pitchFamily="18" charset="0"/>
                <a:ea typeface="Open Sans"/>
                <a:cs typeface="Times New Roman" panose="02020603050405020304" pitchFamily="18" charset="0"/>
                <a:sym typeface="Open Sans"/>
              </a:rPr>
              <a:t>(Clunky, violates USB Spec, but provided assurance that                                        something like this could be done) </a:t>
            </a:r>
            <a:endParaRPr sz="1800">
              <a:solidFill>
                <a:schemeClr val="tx1">
                  <a:lumMod val="50000"/>
                </a:schemeClr>
              </a:solidFill>
              <a:latin typeface="Times New Roman" panose="02020603050405020304" pitchFamily="18" charset="0"/>
              <a:ea typeface="Open Sans"/>
              <a:cs typeface="Times New Roman" panose="02020603050405020304" pitchFamily="18" charset="0"/>
              <a:sym typeface="Open Sans"/>
            </a:endParaRPr>
          </a:p>
          <a:p>
            <a:pPr marL="0" lvl="0" indent="0" algn="l" rtl="0">
              <a:lnSpc>
                <a:spcPct val="115000"/>
              </a:lnSpc>
              <a:spcBef>
                <a:spcPts val="1200"/>
              </a:spcBef>
              <a:spcAft>
                <a:spcPts val="0"/>
              </a:spcAft>
              <a:buNone/>
            </a:pPr>
            <a:endParaRPr sz="1900">
              <a:latin typeface="Proxima Nova"/>
              <a:ea typeface="Proxima Nova"/>
              <a:cs typeface="Proxima Nova"/>
              <a:sym typeface="Proxima Nova"/>
            </a:endParaRPr>
          </a:p>
          <a:p>
            <a:pPr marL="0" lvl="0" indent="0" algn="l" rtl="0">
              <a:lnSpc>
                <a:spcPct val="115000"/>
              </a:lnSpc>
              <a:spcBef>
                <a:spcPts val="0"/>
              </a:spcBef>
              <a:spcAft>
                <a:spcPts val="0"/>
              </a:spcAft>
              <a:buNone/>
            </a:pPr>
            <a:endParaRPr sz="1900">
              <a:latin typeface="Proxima Nova"/>
              <a:ea typeface="Proxima Nova"/>
              <a:cs typeface="Proxima Nova"/>
              <a:sym typeface="Proxima Nova"/>
            </a:endParaRPr>
          </a:p>
        </p:txBody>
      </p:sp>
      <p:sp>
        <p:nvSpPr>
          <p:cNvPr id="39" name="Google Shape;39;p1"/>
          <p:cNvSpPr/>
          <p:nvPr/>
        </p:nvSpPr>
        <p:spPr>
          <a:xfrm>
            <a:off x="858825" y="10201300"/>
            <a:ext cx="8295300" cy="68532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US" sz="3600">
                <a:latin typeface="Titillium" panose="00000500000000000000" pitchFamily="50" charset="0"/>
                <a:ea typeface="Times New Roman"/>
                <a:cs typeface="Times New Roman"/>
                <a:sym typeface="Times New Roman"/>
              </a:rPr>
              <a:t>PCB Layout:</a:t>
            </a:r>
            <a:endParaRPr sz="3600">
              <a:latin typeface="Titillium" panose="00000500000000000000" pitchFamily="50" charset="0"/>
              <a:ea typeface="Times New Roman"/>
              <a:cs typeface="Times New Roman"/>
              <a:sym typeface="Times New Roman"/>
            </a:endParaRPr>
          </a:p>
          <a:p>
            <a:pPr marL="0" lvl="0" indent="0" algn="l" rtl="0">
              <a:spcBef>
                <a:spcPts val="0"/>
              </a:spcBef>
              <a:spcAft>
                <a:spcPts val="0"/>
              </a:spcAft>
              <a:buNone/>
            </a:pPr>
            <a:endParaRPr sz="3600">
              <a:latin typeface="Times New Roman"/>
              <a:ea typeface="Times New Roman"/>
              <a:cs typeface="Times New Roman"/>
              <a:sym typeface="Times New Roman"/>
            </a:endParaRPr>
          </a:p>
          <a:p>
            <a:pPr marL="0" lvl="0" indent="0" algn="l" rtl="0">
              <a:spcBef>
                <a:spcPts val="0"/>
              </a:spcBef>
              <a:spcAft>
                <a:spcPts val="0"/>
              </a:spcAft>
              <a:buNone/>
            </a:pPr>
            <a:endParaRPr sz="3600">
              <a:latin typeface="Times New Roman"/>
              <a:ea typeface="Times New Roman"/>
              <a:cs typeface="Times New Roman"/>
              <a:sym typeface="Times New Roman"/>
            </a:endParaRPr>
          </a:p>
          <a:p>
            <a:pPr marL="0" lvl="0" indent="0" algn="l" rtl="0">
              <a:spcBef>
                <a:spcPts val="0"/>
              </a:spcBef>
              <a:spcAft>
                <a:spcPts val="0"/>
              </a:spcAft>
              <a:buNone/>
            </a:pPr>
            <a:endParaRPr sz="3600">
              <a:latin typeface="Times New Roman"/>
              <a:ea typeface="Times New Roman"/>
              <a:cs typeface="Times New Roman"/>
              <a:sym typeface="Times New Roman"/>
            </a:endParaRPr>
          </a:p>
          <a:p>
            <a:pPr marL="0" lvl="0" indent="0" algn="l" rtl="0">
              <a:spcBef>
                <a:spcPts val="0"/>
              </a:spcBef>
              <a:spcAft>
                <a:spcPts val="0"/>
              </a:spcAft>
              <a:buNone/>
            </a:pPr>
            <a:endParaRPr sz="3600">
              <a:latin typeface="Times New Roman"/>
              <a:ea typeface="Times New Roman"/>
              <a:cs typeface="Times New Roman"/>
              <a:sym typeface="Times New Roman"/>
            </a:endParaRPr>
          </a:p>
          <a:p>
            <a:pPr marL="0" lvl="0" indent="0" algn="l" rtl="0">
              <a:spcBef>
                <a:spcPts val="0"/>
              </a:spcBef>
              <a:spcAft>
                <a:spcPts val="0"/>
              </a:spcAft>
              <a:buNone/>
            </a:pPr>
            <a:endParaRPr sz="3600">
              <a:latin typeface="Times New Roman"/>
              <a:ea typeface="Times New Roman"/>
              <a:cs typeface="Times New Roman"/>
              <a:sym typeface="Times New Roman"/>
            </a:endParaRPr>
          </a:p>
          <a:p>
            <a:pPr marL="0" lvl="0" indent="0" algn="l" rtl="0">
              <a:spcBef>
                <a:spcPts val="0"/>
              </a:spcBef>
              <a:spcAft>
                <a:spcPts val="0"/>
              </a:spcAft>
              <a:buNone/>
            </a:pPr>
            <a:endParaRPr lang="en-US" sz="3600">
              <a:latin typeface="Titillium" panose="00000500000000000000" pitchFamily="50" charset="0"/>
              <a:ea typeface="Times New Roman"/>
              <a:cs typeface="Times New Roman"/>
              <a:sym typeface="Times New Roman"/>
            </a:endParaRPr>
          </a:p>
          <a:p>
            <a:pPr marL="0" lvl="0" indent="0" algn="l" rtl="0">
              <a:spcBef>
                <a:spcPts val="0"/>
              </a:spcBef>
              <a:spcAft>
                <a:spcPts val="0"/>
              </a:spcAft>
              <a:buNone/>
            </a:pPr>
            <a:endParaRPr lang="en-US" sz="3600">
              <a:latin typeface="Titillium" panose="00000500000000000000" pitchFamily="50" charset="0"/>
              <a:ea typeface="Times New Roman"/>
              <a:cs typeface="Times New Roman"/>
              <a:sym typeface="Times New Roman"/>
            </a:endParaRPr>
          </a:p>
          <a:p>
            <a:pPr marL="0" lvl="0" indent="0" algn="l" rtl="0">
              <a:spcBef>
                <a:spcPts val="0"/>
              </a:spcBef>
              <a:spcAft>
                <a:spcPts val="0"/>
              </a:spcAft>
              <a:buNone/>
            </a:pPr>
            <a:r>
              <a:rPr lang="en-US" sz="3600">
                <a:latin typeface="Titillium" panose="00000500000000000000" pitchFamily="50" charset="0"/>
                <a:ea typeface="Times New Roman"/>
                <a:cs typeface="Times New Roman"/>
                <a:sym typeface="Times New Roman"/>
              </a:rPr>
              <a:t>Project Management: </a:t>
            </a:r>
            <a:endParaRPr sz="3600">
              <a:latin typeface="Titillium" panose="00000500000000000000" pitchFamily="50" charset="0"/>
              <a:ea typeface="Times New Roman"/>
              <a:cs typeface="Times New Roman"/>
              <a:sym typeface="Times New Roman"/>
            </a:endParaRPr>
          </a:p>
          <a:p>
            <a:pPr marL="0" lvl="0" indent="0" algn="l" rtl="0">
              <a:spcBef>
                <a:spcPts val="0"/>
              </a:spcBef>
              <a:spcAft>
                <a:spcPts val="0"/>
              </a:spcAft>
              <a:buNone/>
            </a:pPr>
            <a:endParaRPr sz="3600">
              <a:latin typeface="Times New Roman"/>
              <a:ea typeface="Times New Roman"/>
              <a:cs typeface="Times New Roman"/>
              <a:sym typeface="Times New Roman"/>
            </a:endParaRPr>
          </a:p>
          <a:p>
            <a:pPr marL="0" lvl="0" indent="0" algn="l" rtl="0">
              <a:spcBef>
                <a:spcPts val="0"/>
              </a:spcBef>
              <a:spcAft>
                <a:spcPts val="0"/>
              </a:spcAft>
              <a:buNone/>
            </a:pPr>
            <a:endParaRPr sz="3600">
              <a:latin typeface="Times New Roman"/>
              <a:ea typeface="Times New Roman"/>
              <a:cs typeface="Times New Roman"/>
              <a:sym typeface="Times New Roman"/>
            </a:endParaRPr>
          </a:p>
          <a:p>
            <a:pPr marL="0" lvl="0" indent="0" algn="l" rtl="0">
              <a:spcBef>
                <a:spcPts val="0"/>
              </a:spcBef>
              <a:spcAft>
                <a:spcPts val="0"/>
              </a:spcAft>
              <a:buNone/>
            </a:pPr>
            <a:endParaRPr sz="3600">
              <a:latin typeface="Times New Roman"/>
              <a:ea typeface="Times New Roman"/>
              <a:cs typeface="Times New Roman"/>
              <a:sym typeface="Times New Roman"/>
            </a:endParaRPr>
          </a:p>
          <a:p>
            <a:pPr marL="0" lvl="0" indent="0" algn="ctr" rtl="0">
              <a:spcBef>
                <a:spcPts val="0"/>
              </a:spcBef>
              <a:spcAft>
                <a:spcPts val="0"/>
              </a:spcAft>
              <a:buNone/>
            </a:pPr>
            <a:endParaRPr>
              <a:latin typeface="Times New Roman"/>
              <a:ea typeface="Times New Roman"/>
              <a:cs typeface="Times New Roman"/>
              <a:sym typeface="Times New Roman"/>
            </a:endParaRPr>
          </a:p>
        </p:txBody>
      </p:sp>
      <p:sp>
        <p:nvSpPr>
          <p:cNvPr id="40" name="Google Shape;40;p1"/>
          <p:cNvSpPr/>
          <p:nvPr/>
        </p:nvSpPr>
        <p:spPr>
          <a:xfrm>
            <a:off x="9437688" y="3350400"/>
            <a:ext cx="8295300" cy="6607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US" sz="3600">
                <a:latin typeface="Titillium" panose="00000500000000000000" pitchFamily="50" charset="0"/>
                <a:ea typeface="Times New Roman"/>
                <a:cs typeface="Times New Roman"/>
                <a:sym typeface="Times New Roman"/>
              </a:rPr>
              <a:t>System Architecture &amp; Tech Constraints:</a:t>
            </a:r>
            <a:endParaRPr sz="3600">
              <a:latin typeface="Titillium" panose="00000500000000000000" pitchFamily="50" charset="0"/>
              <a:ea typeface="Times New Roman"/>
              <a:cs typeface="Times New Roman"/>
              <a:sym typeface="Times New Roman"/>
            </a:endParaRPr>
          </a:p>
          <a:p>
            <a:pPr marL="0" lvl="0" indent="0" algn="l" rtl="0">
              <a:spcBef>
                <a:spcPts val="0"/>
              </a:spcBef>
              <a:spcAft>
                <a:spcPts val="0"/>
              </a:spcAft>
              <a:buNone/>
            </a:pPr>
            <a:endParaRPr sz="3600">
              <a:latin typeface="Times New Roman"/>
              <a:ea typeface="Times New Roman"/>
              <a:cs typeface="Times New Roman"/>
              <a:sym typeface="Times New Roman"/>
            </a:endParaRPr>
          </a:p>
          <a:p>
            <a:pPr marL="0" lvl="0" indent="0" algn="l" rtl="0">
              <a:lnSpc>
                <a:spcPct val="107916"/>
              </a:lnSpc>
              <a:spcBef>
                <a:spcPts val="0"/>
              </a:spcBef>
              <a:spcAft>
                <a:spcPts val="0"/>
              </a:spcAft>
              <a:buNone/>
            </a:pPr>
            <a:endParaRPr lang="en-US" sz="3600">
              <a:latin typeface="Times New Roman"/>
              <a:ea typeface="Times New Roman"/>
              <a:cs typeface="Times New Roman"/>
              <a:sym typeface="Times New Roman"/>
            </a:endParaRPr>
          </a:p>
          <a:p>
            <a:pPr marL="0" lvl="0" indent="0" algn="l" rtl="0">
              <a:lnSpc>
                <a:spcPct val="107916"/>
              </a:lnSpc>
              <a:spcBef>
                <a:spcPts val="0"/>
              </a:spcBef>
              <a:spcAft>
                <a:spcPts val="0"/>
              </a:spcAft>
              <a:buNone/>
            </a:pPr>
            <a:endParaRPr lang="en-US" sz="3600">
              <a:latin typeface="Times New Roman"/>
              <a:ea typeface="Times New Roman"/>
              <a:cs typeface="Times New Roman"/>
              <a:sym typeface="Times New Roman"/>
            </a:endParaRPr>
          </a:p>
          <a:p>
            <a:pPr marL="0" lvl="0" indent="0" algn="l" rtl="0">
              <a:lnSpc>
                <a:spcPct val="107916"/>
              </a:lnSpc>
              <a:spcBef>
                <a:spcPts val="0"/>
              </a:spcBef>
              <a:spcAft>
                <a:spcPts val="0"/>
              </a:spcAft>
              <a:buNone/>
            </a:pPr>
            <a:endParaRPr lang="en-US" sz="3600">
              <a:latin typeface="Times New Roman"/>
              <a:ea typeface="Times New Roman"/>
              <a:cs typeface="Times New Roman"/>
              <a:sym typeface="Times New Roman"/>
            </a:endParaRPr>
          </a:p>
          <a:p>
            <a:pPr marL="0" lvl="0" indent="0" algn="l" rtl="0">
              <a:lnSpc>
                <a:spcPct val="107916"/>
              </a:lnSpc>
              <a:spcBef>
                <a:spcPts val="0"/>
              </a:spcBef>
              <a:spcAft>
                <a:spcPts val="0"/>
              </a:spcAft>
              <a:buNone/>
            </a:pPr>
            <a:endParaRPr lang="en-US" sz="3600">
              <a:latin typeface="Times New Roman"/>
              <a:ea typeface="Times New Roman"/>
              <a:cs typeface="Times New Roman"/>
              <a:sym typeface="Times New Roman"/>
            </a:endParaRPr>
          </a:p>
          <a:p>
            <a:pPr marL="0" lvl="0" indent="0" algn="l" rtl="0">
              <a:lnSpc>
                <a:spcPct val="107916"/>
              </a:lnSpc>
              <a:spcBef>
                <a:spcPts val="0"/>
              </a:spcBef>
              <a:spcAft>
                <a:spcPts val="0"/>
              </a:spcAft>
              <a:buNone/>
            </a:pPr>
            <a:endParaRPr sz="1100">
              <a:latin typeface="Times New Roman"/>
              <a:ea typeface="Times New Roman"/>
              <a:cs typeface="Times New Roman"/>
              <a:sym typeface="Times New Roman"/>
            </a:endParaRPr>
          </a:p>
          <a:p>
            <a:pPr marL="457200" lvl="0" indent="-330200" algn="l" rtl="0">
              <a:lnSpc>
                <a:spcPct val="115000"/>
              </a:lnSpc>
              <a:spcBef>
                <a:spcPts val="800"/>
              </a:spcBef>
              <a:spcAft>
                <a:spcPts val="0"/>
              </a:spcAft>
              <a:buSzPts val="1600"/>
              <a:buFont typeface="Proxima Nova"/>
              <a:buAutoNum type="arabicPeriod"/>
            </a:pPr>
            <a:r>
              <a:rPr lang="en-US" sz="1800">
                <a:solidFill>
                  <a:schemeClr val="tx1">
                    <a:lumMod val="50000"/>
                  </a:schemeClr>
                </a:solidFill>
                <a:latin typeface="Times New Roman" panose="02020603050405020304" pitchFamily="18" charset="0"/>
                <a:ea typeface="Proxima Nova"/>
                <a:cs typeface="Times New Roman" panose="02020603050405020304" pitchFamily="18" charset="0"/>
                <a:sym typeface="Proxima Nova"/>
              </a:rPr>
              <a:t>Limited IC selection. There are few 10gb/s USB hub ICs on the market and none faster Making custom ICs/working with non-public ICs is out of scope of this project so we will be constrained by what is available. </a:t>
            </a:r>
            <a:endParaRPr sz="1800">
              <a:solidFill>
                <a:schemeClr val="tx1">
                  <a:lumMod val="50000"/>
                </a:schemeClr>
              </a:solidFill>
              <a:latin typeface="Times New Roman" panose="02020603050405020304" pitchFamily="18" charset="0"/>
              <a:ea typeface="Proxima Nova"/>
              <a:cs typeface="Times New Roman" panose="02020603050405020304" pitchFamily="18" charset="0"/>
              <a:sym typeface="Proxima Nova"/>
            </a:endParaRPr>
          </a:p>
          <a:p>
            <a:pPr marL="457200" lvl="0" indent="-330200" algn="l" rtl="0">
              <a:lnSpc>
                <a:spcPct val="115000"/>
              </a:lnSpc>
              <a:spcBef>
                <a:spcPts val="0"/>
              </a:spcBef>
              <a:spcAft>
                <a:spcPts val="0"/>
              </a:spcAft>
              <a:buSzPts val="1600"/>
              <a:buFont typeface="Proxima Nova"/>
              <a:buAutoNum type="arabicPeriod"/>
            </a:pPr>
            <a:r>
              <a:rPr lang="en-US" sz="1800">
                <a:solidFill>
                  <a:schemeClr val="tx1">
                    <a:lumMod val="50000"/>
                  </a:schemeClr>
                </a:solidFill>
                <a:latin typeface="Times New Roman" panose="02020603050405020304" pitchFamily="18" charset="0"/>
                <a:ea typeface="Proxima Nova"/>
                <a:cs typeface="Times New Roman" panose="02020603050405020304" pitchFamily="18" charset="0"/>
                <a:sym typeface="Proxima Nova"/>
              </a:rPr>
              <a:t>Routing traces and manufacturing boards for high frequency data gets more difficult the higher the data speed, which could limit the CMs we can work with as well as impose limits on the design tools required. </a:t>
            </a:r>
            <a:endParaRPr sz="1800">
              <a:solidFill>
                <a:schemeClr val="tx1">
                  <a:lumMod val="50000"/>
                </a:schemeClr>
              </a:solidFill>
              <a:latin typeface="Times New Roman" panose="02020603050405020304" pitchFamily="18" charset="0"/>
              <a:ea typeface="Proxima Nova"/>
              <a:cs typeface="Times New Roman" panose="02020603050405020304" pitchFamily="18" charset="0"/>
              <a:sym typeface="Proxima Nova"/>
            </a:endParaRPr>
          </a:p>
          <a:p>
            <a:pPr marL="457200" lvl="0" indent="-330200" algn="l" rtl="0">
              <a:lnSpc>
                <a:spcPct val="115000"/>
              </a:lnSpc>
              <a:spcBef>
                <a:spcPts val="0"/>
              </a:spcBef>
              <a:spcAft>
                <a:spcPts val="0"/>
              </a:spcAft>
              <a:buSzPts val="1600"/>
              <a:buFont typeface="Proxima Nova"/>
              <a:buAutoNum type="arabicPeriod"/>
            </a:pPr>
            <a:r>
              <a:rPr lang="en-US" sz="1800">
                <a:solidFill>
                  <a:schemeClr val="tx1">
                    <a:lumMod val="50000"/>
                  </a:schemeClr>
                </a:solidFill>
                <a:latin typeface="Times New Roman" panose="02020603050405020304" pitchFamily="18" charset="0"/>
                <a:ea typeface="Proxima Nova"/>
                <a:cs typeface="Times New Roman" panose="02020603050405020304" pitchFamily="18" charset="0"/>
                <a:sym typeface="Proxima Nova"/>
              </a:rPr>
              <a:t>Troubleshooting data lines may be difficult given that it would require an oscilloscope fast enough to keep up with a 10 Gb/s data speed.</a:t>
            </a:r>
            <a:endParaRPr sz="1800">
              <a:solidFill>
                <a:schemeClr val="tx1">
                  <a:lumMod val="50000"/>
                </a:schemeClr>
              </a:solidFill>
              <a:latin typeface="Times New Roman" panose="02020603050405020304" pitchFamily="18" charset="0"/>
              <a:ea typeface="Times New Roman"/>
              <a:cs typeface="Times New Roman" panose="02020603050405020304" pitchFamily="18" charset="0"/>
              <a:sym typeface="Times New Roman"/>
            </a:endParaRPr>
          </a:p>
          <a:p>
            <a:pPr marL="0" lvl="0" indent="0" algn="ctr" rtl="0">
              <a:spcBef>
                <a:spcPts val="0"/>
              </a:spcBef>
              <a:spcAft>
                <a:spcPts val="0"/>
              </a:spcAft>
              <a:buNone/>
            </a:pPr>
            <a:endParaRPr>
              <a:latin typeface="Times New Roman"/>
              <a:ea typeface="Times New Roman"/>
              <a:cs typeface="Times New Roman"/>
              <a:sym typeface="Times New Roman"/>
            </a:endParaRPr>
          </a:p>
        </p:txBody>
      </p:sp>
      <p:sp>
        <p:nvSpPr>
          <p:cNvPr id="41" name="Google Shape;41;p1"/>
          <p:cNvSpPr/>
          <p:nvPr/>
        </p:nvSpPr>
        <p:spPr>
          <a:xfrm>
            <a:off x="9406325" y="10178201"/>
            <a:ext cx="8295300" cy="6876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sz="3600">
              <a:latin typeface="Titillium" panose="00000500000000000000" pitchFamily="50" charset="0"/>
              <a:ea typeface="Times New Roman"/>
              <a:cs typeface="Times New Roman"/>
              <a:sym typeface="Times New Roman"/>
            </a:endParaRPr>
          </a:p>
          <a:p>
            <a:pPr marL="0" lvl="0" indent="0" algn="l" rtl="0">
              <a:spcBef>
                <a:spcPts val="0"/>
              </a:spcBef>
              <a:spcAft>
                <a:spcPts val="0"/>
              </a:spcAft>
              <a:buNone/>
            </a:pPr>
            <a:endParaRPr lang="en-US" sz="3600">
              <a:latin typeface="Titillium" panose="00000500000000000000" pitchFamily="50" charset="0"/>
              <a:ea typeface="Times New Roman"/>
              <a:cs typeface="Times New Roman"/>
              <a:sym typeface="Times New Roman"/>
            </a:endParaRPr>
          </a:p>
          <a:p>
            <a:pPr marL="0" lvl="0" indent="0" algn="l" rtl="0">
              <a:spcBef>
                <a:spcPts val="0"/>
              </a:spcBef>
              <a:spcAft>
                <a:spcPts val="0"/>
              </a:spcAft>
              <a:buNone/>
            </a:pPr>
            <a:endParaRPr lang="en-US" sz="3600">
              <a:latin typeface="Titillium" panose="00000500000000000000" pitchFamily="50" charset="0"/>
              <a:ea typeface="Times New Roman"/>
              <a:cs typeface="Times New Roman"/>
              <a:sym typeface="Times New Roman"/>
            </a:endParaRPr>
          </a:p>
          <a:p>
            <a:pPr marL="0" lvl="0" indent="0" algn="l" rtl="0">
              <a:spcBef>
                <a:spcPts val="0"/>
              </a:spcBef>
              <a:spcAft>
                <a:spcPts val="0"/>
              </a:spcAft>
              <a:buNone/>
            </a:pPr>
            <a:endParaRPr lang="en-US" sz="3600">
              <a:latin typeface="Titillium" panose="00000500000000000000" pitchFamily="50" charset="0"/>
              <a:ea typeface="Times New Roman"/>
              <a:cs typeface="Times New Roman"/>
              <a:sym typeface="Times New Roman"/>
            </a:endParaRPr>
          </a:p>
          <a:p>
            <a:pPr marL="0" lvl="0" indent="0" algn="l" rtl="0">
              <a:spcBef>
                <a:spcPts val="0"/>
              </a:spcBef>
              <a:spcAft>
                <a:spcPts val="0"/>
              </a:spcAft>
              <a:buNone/>
            </a:pPr>
            <a:endParaRPr lang="en-US" sz="3600">
              <a:latin typeface="Titillium" panose="00000500000000000000" pitchFamily="50" charset="0"/>
              <a:ea typeface="Times New Roman"/>
              <a:cs typeface="Times New Roman"/>
              <a:sym typeface="Times New Roman"/>
            </a:endParaRPr>
          </a:p>
          <a:p>
            <a:pPr marL="0" lvl="0" indent="0" algn="l" rtl="0">
              <a:spcBef>
                <a:spcPts val="0"/>
              </a:spcBef>
              <a:spcAft>
                <a:spcPts val="0"/>
              </a:spcAft>
              <a:buNone/>
            </a:pPr>
            <a:r>
              <a:rPr lang="en-US" sz="3600">
                <a:latin typeface="Titillium" panose="00000500000000000000" pitchFamily="50" charset="0"/>
                <a:ea typeface="Times New Roman"/>
                <a:cs typeface="Times New Roman"/>
                <a:sym typeface="Times New Roman"/>
              </a:rPr>
              <a:t>Manufacturing:</a:t>
            </a:r>
          </a:p>
          <a:p>
            <a:pPr marL="0" lvl="0" indent="0" algn="l" rtl="0">
              <a:spcBef>
                <a:spcPts val="0"/>
              </a:spcBef>
              <a:spcAft>
                <a:spcPts val="0"/>
              </a:spcAft>
              <a:buNone/>
            </a:pPr>
            <a:endParaRPr lang="en-US" sz="3600">
              <a:latin typeface="Titillium" panose="00000500000000000000" pitchFamily="50" charset="0"/>
              <a:ea typeface="Times New Roman"/>
              <a:cs typeface="Times New Roman"/>
              <a:sym typeface="Times New Roman"/>
            </a:endParaRPr>
          </a:p>
          <a:p>
            <a:pPr marL="0" lvl="0" indent="0" algn="l" rtl="0">
              <a:spcBef>
                <a:spcPts val="0"/>
              </a:spcBef>
              <a:spcAft>
                <a:spcPts val="0"/>
              </a:spcAft>
              <a:buNone/>
            </a:pPr>
            <a:endParaRPr lang="en-US" sz="3600">
              <a:latin typeface="Titillium" panose="00000500000000000000" pitchFamily="50" charset="0"/>
              <a:ea typeface="Times New Roman"/>
              <a:cs typeface="Times New Roman"/>
              <a:sym typeface="Times New Roman"/>
            </a:endParaRPr>
          </a:p>
          <a:p>
            <a:pPr marL="0" lvl="0" indent="0" algn="l" rtl="0">
              <a:spcBef>
                <a:spcPts val="0"/>
              </a:spcBef>
              <a:spcAft>
                <a:spcPts val="0"/>
              </a:spcAft>
              <a:buNone/>
            </a:pPr>
            <a:endParaRPr lang="en-US" sz="3600">
              <a:latin typeface="Titillium" panose="00000500000000000000" pitchFamily="50" charset="0"/>
              <a:ea typeface="Times New Roman"/>
              <a:cs typeface="Times New Roman"/>
              <a:sym typeface="Times New Roman"/>
            </a:endParaRPr>
          </a:p>
          <a:p>
            <a:pPr marL="0" lvl="0" indent="0" algn="l" rtl="0">
              <a:spcBef>
                <a:spcPts val="0"/>
              </a:spcBef>
              <a:spcAft>
                <a:spcPts val="0"/>
              </a:spcAft>
              <a:buNone/>
            </a:pPr>
            <a:r>
              <a:rPr lang="en-US" sz="3600">
                <a:latin typeface="Titillium" panose="00000500000000000000" pitchFamily="50" charset="0"/>
                <a:ea typeface="Times New Roman"/>
                <a:cs typeface="Times New Roman"/>
                <a:sym typeface="Times New Roman"/>
              </a:rPr>
              <a:t>Results and Verification:</a:t>
            </a:r>
            <a:endParaRPr sz="3600">
              <a:latin typeface="Titillium" panose="00000500000000000000" pitchFamily="50" charset="0"/>
              <a:ea typeface="Times New Roman"/>
              <a:cs typeface="Times New Roman"/>
              <a:sym typeface="Times New Roman"/>
            </a:endParaRPr>
          </a:p>
          <a:p>
            <a:pPr marL="0" lvl="0" indent="0" algn="l" rtl="0">
              <a:spcBef>
                <a:spcPts val="0"/>
              </a:spcBef>
              <a:spcAft>
                <a:spcPts val="0"/>
              </a:spcAft>
              <a:buNone/>
            </a:pPr>
            <a:endParaRPr sz="3600">
              <a:latin typeface="Times New Roman"/>
              <a:ea typeface="Times New Roman"/>
              <a:cs typeface="Times New Roman"/>
              <a:sym typeface="Times New Roman"/>
            </a:endParaRPr>
          </a:p>
          <a:p>
            <a:pPr marL="0" lvl="0" indent="0" algn="l" rtl="0">
              <a:spcBef>
                <a:spcPts val="0"/>
              </a:spcBef>
              <a:spcAft>
                <a:spcPts val="0"/>
              </a:spcAft>
              <a:buNone/>
            </a:pPr>
            <a:endParaRPr sz="3600">
              <a:latin typeface="Times New Roman"/>
              <a:ea typeface="Times New Roman"/>
              <a:cs typeface="Times New Roman"/>
              <a:sym typeface="Times New Roman"/>
            </a:endParaRPr>
          </a:p>
          <a:p>
            <a:pPr marL="0" lvl="0" indent="0" algn="l" rtl="0">
              <a:spcBef>
                <a:spcPts val="0"/>
              </a:spcBef>
              <a:spcAft>
                <a:spcPts val="0"/>
              </a:spcAft>
              <a:buNone/>
            </a:pPr>
            <a:endParaRPr sz="3600">
              <a:latin typeface="Times New Roman"/>
              <a:ea typeface="Times New Roman"/>
              <a:cs typeface="Times New Roman"/>
              <a:sym typeface="Times New Roman"/>
            </a:endParaRPr>
          </a:p>
          <a:p>
            <a:pPr marL="0" lvl="0" indent="0" algn="l" rtl="0">
              <a:spcBef>
                <a:spcPts val="0"/>
              </a:spcBef>
              <a:spcAft>
                <a:spcPts val="0"/>
              </a:spcAft>
              <a:buNone/>
            </a:pPr>
            <a:endParaRPr lang="en-US" sz="3600">
              <a:latin typeface="Times New Roman"/>
              <a:ea typeface="Times New Roman"/>
              <a:cs typeface="Times New Roman"/>
              <a:sym typeface="Times New Roman"/>
            </a:endParaRPr>
          </a:p>
          <a:p>
            <a:pPr marL="0" lvl="0" indent="0" algn="l" rtl="0">
              <a:spcBef>
                <a:spcPts val="0"/>
              </a:spcBef>
              <a:spcAft>
                <a:spcPts val="0"/>
              </a:spcAft>
              <a:buNone/>
            </a:pPr>
            <a:endParaRPr sz="3600">
              <a:latin typeface="Times New Roman"/>
              <a:ea typeface="Times New Roman"/>
              <a:cs typeface="Times New Roman"/>
              <a:sym typeface="Times New Roman"/>
            </a:endParaRPr>
          </a:p>
          <a:p>
            <a:pPr marL="0" lvl="0" indent="0" algn="l" rtl="0">
              <a:spcBef>
                <a:spcPts val="0"/>
              </a:spcBef>
              <a:spcAft>
                <a:spcPts val="0"/>
              </a:spcAft>
              <a:buNone/>
            </a:pPr>
            <a:endParaRPr sz="3600">
              <a:latin typeface="Times New Roman"/>
              <a:ea typeface="Times New Roman"/>
              <a:cs typeface="Times New Roman"/>
              <a:sym typeface="Times New Roman"/>
            </a:endParaRPr>
          </a:p>
          <a:p>
            <a:pPr marL="0" lvl="0" indent="0" algn="l" rtl="0">
              <a:spcBef>
                <a:spcPts val="0"/>
              </a:spcBef>
              <a:spcAft>
                <a:spcPts val="0"/>
              </a:spcAft>
              <a:buNone/>
            </a:pPr>
            <a:endParaRPr sz="3600">
              <a:latin typeface="Times New Roman"/>
              <a:ea typeface="Times New Roman"/>
              <a:cs typeface="Times New Roman"/>
              <a:sym typeface="Times New Roman"/>
            </a:endParaRPr>
          </a:p>
          <a:p>
            <a:pPr marL="0" lvl="0" indent="0" algn="l" rtl="0">
              <a:spcBef>
                <a:spcPts val="0"/>
              </a:spcBef>
              <a:spcAft>
                <a:spcPts val="0"/>
              </a:spcAft>
              <a:buNone/>
            </a:pPr>
            <a:endParaRPr sz="3600">
              <a:latin typeface="Times New Roman"/>
              <a:ea typeface="Times New Roman"/>
              <a:cs typeface="Times New Roman"/>
              <a:sym typeface="Times New Roman"/>
            </a:endParaRPr>
          </a:p>
          <a:p>
            <a:pPr marL="0" lvl="0" indent="0" algn="l" rtl="0">
              <a:spcBef>
                <a:spcPts val="0"/>
              </a:spcBef>
              <a:spcAft>
                <a:spcPts val="0"/>
              </a:spcAft>
              <a:buNone/>
            </a:pPr>
            <a:endParaRPr sz="3600">
              <a:latin typeface="Times New Roman"/>
              <a:ea typeface="Times New Roman"/>
              <a:cs typeface="Times New Roman"/>
              <a:sym typeface="Times New Roman"/>
            </a:endParaRPr>
          </a:p>
          <a:p>
            <a:pPr marL="0" lvl="0" indent="0" algn="l" rtl="0">
              <a:spcBef>
                <a:spcPts val="0"/>
              </a:spcBef>
              <a:spcAft>
                <a:spcPts val="0"/>
              </a:spcAft>
              <a:buNone/>
            </a:pPr>
            <a:endParaRPr sz="1800">
              <a:latin typeface="Times New Roman"/>
              <a:ea typeface="Times New Roman"/>
              <a:cs typeface="Times New Roman"/>
              <a:sym typeface="Times New Roman"/>
            </a:endParaRPr>
          </a:p>
          <a:p>
            <a:pPr marL="0" lvl="0" indent="0" algn="l" rtl="0">
              <a:spcBef>
                <a:spcPts val="0"/>
              </a:spcBef>
              <a:spcAft>
                <a:spcPts val="0"/>
              </a:spcAft>
              <a:buNone/>
            </a:pPr>
            <a:endParaRPr sz="1800">
              <a:latin typeface="Times New Roman"/>
              <a:ea typeface="Times New Roman"/>
              <a:cs typeface="Times New Roman"/>
              <a:sym typeface="Times New Roman"/>
            </a:endParaRPr>
          </a:p>
          <a:p>
            <a:pPr marL="0" lvl="0" indent="0" algn="l" rtl="0">
              <a:spcBef>
                <a:spcPts val="0"/>
              </a:spcBef>
              <a:spcAft>
                <a:spcPts val="0"/>
              </a:spcAft>
              <a:buNone/>
            </a:pPr>
            <a:endParaRPr sz="1800">
              <a:latin typeface="Times New Roman"/>
              <a:ea typeface="Times New Roman"/>
              <a:cs typeface="Times New Roman"/>
              <a:sym typeface="Times New Roman"/>
            </a:endParaRPr>
          </a:p>
          <a:p>
            <a:pPr marL="0" lvl="0" indent="0" algn="l" rtl="0">
              <a:spcBef>
                <a:spcPts val="0"/>
              </a:spcBef>
              <a:spcAft>
                <a:spcPts val="0"/>
              </a:spcAft>
              <a:buNone/>
            </a:pPr>
            <a:endParaRPr sz="1800">
              <a:latin typeface="Times New Roman"/>
              <a:ea typeface="Times New Roman"/>
              <a:cs typeface="Times New Roman"/>
              <a:sym typeface="Times New Roman"/>
            </a:endParaRPr>
          </a:p>
          <a:p>
            <a:pPr marL="0" lvl="0" indent="0" algn="l" rtl="0">
              <a:spcBef>
                <a:spcPts val="0"/>
              </a:spcBef>
              <a:spcAft>
                <a:spcPts val="0"/>
              </a:spcAft>
              <a:buNone/>
            </a:pPr>
            <a:endParaRPr sz="3600">
              <a:latin typeface="Times New Roman"/>
              <a:ea typeface="Times New Roman"/>
              <a:cs typeface="Times New Roman"/>
              <a:sym typeface="Times New Roman"/>
            </a:endParaRPr>
          </a:p>
        </p:txBody>
      </p:sp>
      <p:sp>
        <p:nvSpPr>
          <p:cNvPr id="42" name="Google Shape;42;p1"/>
          <p:cNvSpPr/>
          <p:nvPr/>
        </p:nvSpPr>
        <p:spPr>
          <a:xfrm>
            <a:off x="18016550" y="3350400"/>
            <a:ext cx="8386500" cy="6607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US" sz="3600">
                <a:latin typeface="Titillium" panose="00000500000000000000" pitchFamily="50" charset="0"/>
                <a:ea typeface="Times New Roman"/>
                <a:cs typeface="Times New Roman"/>
                <a:sym typeface="Times New Roman"/>
              </a:rPr>
              <a:t>Schematic Capture:</a:t>
            </a:r>
            <a:endParaRPr sz="3600">
              <a:latin typeface="Titillium" panose="00000500000000000000" pitchFamily="50" charset="0"/>
              <a:ea typeface="Times New Roman"/>
              <a:cs typeface="Times New Roman"/>
              <a:sym typeface="Times New Roman"/>
            </a:endParaRPr>
          </a:p>
          <a:p>
            <a:pPr marL="0" lvl="0" indent="0" algn="l" rtl="0">
              <a:spcBef>
                <a:spcPts val="0"/>
              </a:spcBef>
              <a:spcAft>
                <a:spcPts val="0"/>
              </a:spcAft>
              <a:buNone/>
            </a:pPr>
            <a:endParaRPr sz="1200">
              <a:latin typeface="Times New Roman"/>
              <a:ea typeface="Times New Roman"/>
              <a:cs typeface="Times New Roman"/>
              <a:sym typeface="Times New Roman"/>
            </a:endParaRPr>
          </a:p>
          <a:p>
            <a:pPr marL="0" lvl="0" indent="0" algn="l" rtl="0">
              <a:spcBef>
                <a:spcPts val="0"/>
              </a:spcBef>
              <a:spcAft>
                <a:spcPts val="0"/>
              </a:spcAft>
              <a:buNone/>
            </a:pPr>
            <a:endParaRPr sz="1200">
              <a:latin typeface="Times New Roman"/>
              <a:ea typeface="Times New Roman"/>
              <a:cs typeface="Times New Roman"/>
              <a:sym typeface="Times New Roman"/>
            </a:endParaRPr>
          </a:p>
          <a:p>
            <a:pPr marL="0" lvl="0" indent="0" algn="l" rtl="0">
              <a:spcBef>
                <a:spcPts val="0"/>
              </a:spcBef>
              <a:spcAft>
                <a:spcPts val="0"/>
              </a:spcAft>
              <a:buNone/>
            </a:pPr>
            <a:endParaRPr sz="1200">
              <a:latin typeface="Times New Roman"/>
              <a:ea typeface="Times New Roman"/>
              <a:cs typeface="Times New Roman"/>
              <a:sym typeface="Times New Roman"/>
            </a:endParaRPr>
          </a:p>
          <a:p>
            <a:pPr marL="0" lvl="0" indent="0" algn="l" rtl="0">
              <a:spcBef>
                <a:spcPts val="0"/>
              </a:spcBef>
              <a:spcAft>
                <a:spcPts val="0"/>
              </a:spcAft>
              <a:buNone/>
            </a:pPr>
            <a:endParaRPr sz="1200">
              <a:latin typeface="Times New Roman"/>
              <a:ea typeface="Times New Roman"/>
              <a:cs typeface="Times New Roman"/>
              <a:sym typeface="Times New Roman"/>
            </a:endParaRPr>
          </a:p>
          <a:p>
            <a:pPr marL="0" lvl="0" indent="0" algn="l" rtl="0">
              <a:spcBef>
                <a:spcPts val="0"/>
              </a:spcBef>
              <a:spcAft>
                <a:spcPts val="0"/>
              </a:spcAft>
              <a:buNone/>
            </a:pPr>
            <a:endParaRPr sz="3600">
              <a:latin typeface="Times New Roman"/>
              <a:ea typeface="Times New Roman"/>
              <a:cs typeface="Times New Roman"/>
              <a:sym typeface="Times New Roman"/>
            </a:endParaRPr>
          </a:p>
          <a:p>
            <a:pPr marL="0" lvl="0" indent="0" algn="l" rtl="0">
              <a:spcBef>
                <a:spcPts val="0"/>
              </a:spcBef>
              <a:spcAft>
                <a:spcPts val="0"/>
              </a:spcAft>
              <a:buNone/>
            </a:pPr>
            <a:endParaRPr sz="3600">
              <a:latin typeface="Times New Roman"/>
              <a:ea typeface="Times New Roman"/>
              <a:cs typeface="Times New Roman"/>
              <a:sym typeface="Times New Roman"/>
            </a:endParaRPr>
          </a:p>
          <a:p>
            <a:pPr marL="0" lvl="0" indent="0" algn="l" rtl="0">
              <a:spcBef>
                <a:spcPts val="0"/>
              </a:spcBef>
              <a:spcAft>
                <a:spcPts val="0"/>
              </a:spcAft>
              <a:buNone/>
            </a:pPr>
            <a:endParaRPr sz="3600">
              <a:latin typeface="Times New Roman"/>
              <a:ea typeface="Times New Roman"/>
              <a:cs typeface="Times New Roman"/>
              <a:sym typeface="Times New Roman"/>
            </a:endParaRPr>
          </a:p>
          <a:p>
            <a:pPr marL="0" lvl="0" indent="0" algn="l" rtl="0">
              <a:spcBef>
                <a:spcPts val="0"/>
              </a:spcBef>
              <a:spcAft>
                <a:spcPts val="0"/>
              </a:spcAft>
              <a:buNone/>
            </a:pPr>
            <a:endParaRPr sz="3600">
              <a:latin typeface="Times New Roman"/>
              <a:ea typeface="Times New Roman"/>
              <a:cs typeface="Times New Roman"/>
              <a:sym typeface="Times New Roman"/>
            </a:endParaRPr>
          </a:p>
          <a:p>
            <a:pPr marL="0" lvl="0" indent="0" algn="l" rtl="0">
              <a:spcBef>
                <a:spcPts val="0"/>
              </a:spcBef>
              <a:spcAft>
                <a:spcPts val="0"/>
              </a:spcAft>
              <a:buNone/>
            </a:pPr>
            <a:endParaRPr sz="3600">
              <a:latin typeface="Times New Roman"/>
              <a:ea typeface="Times New Roman"/>
              <a:cs typeface="Times New Roman"/>
              <a:sym typeface="Times New Roman"/>
            </a:endParaRPr>
          </a:p>
          <a:p>
            <a:pPr marL="0" lvl="0" indent="0" algn="l" rtl="0">
              <a:spcBef>
                <a:spcPts val="0"/>
              </a:spcBef>
              <a:spcAft>
                <a:spcPts val="0"/>
              </a:spcAft>
              <a:buNone/>
            </a:pPr>
            <a:endParaRPr sz="3600">
              <a:latin typeface="Times New Roman"/>
              <a:ea typeface="Times New Roman"/>
              <a:cs typeface="Times New Roman"/>
              <a:sym typeface="Times New Roman"/>
            </a:endParaRPr>
          </a:p>
          <a:p>
            <a:pPr marL="0" lvl="0" indent="0" algn="l" rtl="0">
              <a:spcBef>
                <a:spcPts val="0"/>
              </a:spcBef>
              <a:spcAft>
                <a:spcPts val="0"/>
              </a:spcAft>
              <a:buNone/>
            </a:pPr>
            <a:endParaRPr sz="3600">
              <a:latin typeface="Times New Roman"/>
              <a:ea typeface="Times New Roman"/>
              <a:cs typeface="Times New Roman"/>
              <a:sym typeface="Times New Roman"/>
            </a:endParaRPr>
          </a:p>
          <a:p>
            <a:pPr marL="0" lvl="0" indent="0" algn="l" rtl="0">
              <a:spcBef>
                <a:spcPts val="0"/>
              </a:spcBef>
              <a:spcAft>
                <a:spcPts val="0"/>
              </a:spcAft>
              <a:buNone/>
            </a:pPr>
            <a:endParaRPr sz="3600">
              <a:latin typeface="Times New Roman"/>
              <a:ea typeface="Times New Roman"/>
              <a:cs typeface="Times New Roman"/>
              <a:sym typeface="Times New Roman"/>
            </a:endParaRPr>
          </a:p>
          <a:p>
            <a:pPr marL="0" lvl="0" indent="0" algn="l" rtl="0">
              <a:spcBef>
                <a:spcPts val="0"/>
              </a:spcBef>
              <a:spcAft>
                <a:spcPts val="0"/>
              </a:spcAft>
              <a:buNone/>
            </a:pPr>
            <a:endParaRPr sz="3600">
              <a:latin typeface="Times New Roman"/>
              <a:ea typeface="Times New Roman"/>
              <a:cs typeface="Times New Roman"/>
              <a:sym typeface="Times New Roman"/>
            </a:endParaRPr>
          </a:p>
          <a:p>
            <a:pPr marL="0" lvl="0" indent="0" algn="ctr" rtl="0">
              <a:spcBef>
                <a:spcPts val="0"/>
              </a:spcBef>
              <a:spcAft>
                <a:spcPts val="0"/>
              </a:spcAft>
              <a:buNone/>
            </a:pPr>
            <a:endParaRPr>
              <a:latin typeface="Times New Roman"/>
              <a:ea typeface="Times New Roman"/>
              <a:cs typeface="Times New Roman"/>
              <a:sym typeface="Times New Roman"/>
            </a:endParaRPr>
          </a:p>
        </p:txBody>
      </p:sp>
      <p:sp>
        <p:nvSpPr>
          <p:cNvPr id="43" name="Google Shape;43;p1"/>
          <p:cNvSpPr/>
          <p:nvPr/>
        </p:nvSpPr>
        <p:spPr>
          <a:xfrm>
            <a:off x="18016625" y="10178200"/>
            <a:ext cx="8386500" cy="6895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US" sz="3600">
                <a:latin typeface="Titillium" panose="00000500000000000000" pitchFamily="50" charset="0"/>
                <a:ea typeface="Times New Roman"/>
                <a:cs typeface="Times New Roman"/>
                <a:sym typeface="Times New Roman"/>
              </a:rPr>
              <a:t>Standards/References:</a:t>
            </a:r>
            <a:endParaRPr sz="3600">
              <a:latin typeface="Titillium" panose="00000500000000000000" pitchFamily="50" charset="0"/>
              <a:ea typeface="Times New Roman"/>
              <a:cs typeface="Times New Roman"/>
              <a:sym typeface="Times New Roman"/>
            </a:endParaRPr>
          </a:p>
          <a:p>
            <a:pPr marL="0" lvl="0" indent="0" algn="l" rtl="0">
              <a:lnSpc>
                <a:spcPct val="107916"/>
              </a:lnSpc>
              <a:spcBef>
                <a:spcPts val="0"/>
              </a:spcBef>
              <a:spcAft>
                <a:spcPts val="0"/>
              </a:spcAft>
              <a:buNone/>
            </a:pPr>
            <a:r>
              <a:rPr lang="en-US" sz="1100" i="1">
                <a:latin typeface="Times New Roman" panose="02020603050405020304" pitchFamily="18" charset="0"/>
                <a:ea typeface="Times New Roman"/>
                <a:cs typeface="Times New Roman" panose="02020603050405020304" pitchFamily="18" charset="0"/>
                <a:sym typeface="Times New Roman"/>
              </a:rPr>
              <a:t>FCC Radio Devices Rule on Homebuilt Devices</a:t>
            </a:r>
            <a:r>
              <a:rPr lang="en-US" sz="1100">
                <a:latin typeface="Times New Roman" panose="02020603050405020304" pitchFamily="18" charset="0"/>
                <a:ea typeface="Times New Roman"/>
                <a:cs typeface="Times New Roman" panose="02020603050405020304" pitchFamily="18" charset="0"/>
                <a:sym typeface="Times New Roman"/>
              </a:rPr>
              <a:t>, 47 C.F.R § 15.23, 2021. [Online] Available: https://ecfr.federalregister.gov/current/title-47/chapter-I/subchapter-A/part-15. Accessed May 12, 2021.</a:t>
            </a:r>
            <a:endParaRPr sz="1100" i="1">
              <a:latin typeface="Times New Roman" panose="02020603050405020304" pitchFamily="18" charset="0"/>
              <a:cs typeface="Times New Roman" panose="02020603050405020304" pitchFamily="18" charset="0"/>
            </a:endParaRPr>
          </a:p>
          <a:p>
            <a:pPr marL="0" lvl="0" indent="0" algn="l" rtl="0">
              <a:lnSpc>
                <a:spcPct val="115000"/>
              </a:lnSpc>
              <a:spcBef>
                <a:spcPts val="800"/>
              </a:spcBef>
              <a:spcAft>
                <a:spcPts val="0"/>
              </a:spcAft>
              <a:buNone/>
            </a:pPr>
            <a:r>
              <a:rPr lang="en-US" sz="1100" i="1">
                <a:latin typeface="Times New Roman" panose="02020603050405020304" pitchFamily="18" charset="0"/>
                <a:cs typeface="Times New Roman" panose="02020603050405020304" pitchFamily="18" charset="0"/>
              </a:rPr>
              <a:t>Universal Serial Bus 3.2 Revision 1.1 Specification</a:t>
            </a:r>
            <a:r>
              <a:rPr lang="en-US" sz="1100">
                <a:latin typeface="Times New Roman" panose="02020603050405020304" pitchFamily="18" charset="0"/>
                <a:cs typeface="Times New Roman" panose="02020603050405020304" pitchFamily="18" charset="0"/>
              </a:rPr>
              <a:t>, USB-IF, USB 3.0 Promoter Group, June 2022. [Online]. Available: </a:t>
            </a:r>
            <a:r>
              <a:rPr lang="en-US" sz="1100" u="sng">
                <a:solidFill>
                  <a:srgbClr val="1155CC"/>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https://usb.org/document-library/usb-32-revision-11-june-2022</a:t>
            </a:r>
            <a:r>
              <a:rPr lang="en-US" sz="1200">
                <a:latin typeface="Times New Roman" panose="02020603050405020304" pitchFamily="18" charset="0"/>
                <a:ea typeface="Proxima Nova"/>
                <a:cs typeface="Times New Roman" panose="02020603050405020304" pitchFamily="18" charset="0"/>
                <a:sym typeface="Proxima Nova"/>
              </a:rPr>
              <a:t> </a:t>
            </a:r>
            <a:endParaRPr sz="1200">
              <a:latin typeface="Times New Roman" panose="02020603050405020304" pitchFamily="18" charset="0"/>
              <a:ea typeface="Proxima Nova"/>
              <a:cs typeface="Times New Roman" panose="02020603050405020304" pitchFamily="18" charset="0"/>
              <a:sym typeface="Proxima Nova"/>
            </a:endParaRPr>
          </a:p>
          <a:p>
            <a:pPr marL="0" lvl="0" indent="0" algn="l" rtl="0">
              <a:lnSpc>
                <a:spcPct val="115000"/>
              </a:lnSpc>
              <a:spcBef>
                <a:spcPts val="1200"/>
              </a:spcBef>
              <a:spcAft>
                <a:spcPts val="0"/>
              </a:spcAft>
              <a:buNone/>
            </a:pPr>
            <a:r>
              <a:rPr lang="en-US" sz="1100" i="1">
                <a:latin typeface="Times New Roman" panose="02020603050405020304" pitchFamily="18" charset="0"/>
                <a:cs typeface="Times New Roman" panose="02020603050405020304" pitchFamily="18" charset="0"/>
              </a:rPr>
              <a:t>USB Power Delivery Specification Revision 3.2,</a:t>
            </a:r>
            <a:r>
              <a:rPr lang="en-US" sz="1100">
                <a:latin typeface="Times New Roman" panose="02020603050405020304" pitchFamily="18" charset="0"/>
                <a:cs typeface="Times New Roman" panose="02020603050405020304" pitchFamily="18" charset="0"/>
              </a:rPr>
              <a:t> Version 1.0, USB-IF, Oct. 2023. [Online]. Available: </a:t>
            </a:r>
            <a:r>
              <a:rPr lang="en-US" sz="1100" u="sng">
                <a:solidFill>
                  <a:srgbClr val="1155CC"/>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https://usb.org/document-library/usb-power-delivery</a:t>
            </a:r>
            <a:endParaRPr sz="1100">
              <a:latin typeface="Times New Roman" panose="02020603050405020304" pitchFamily="18" charset="0"/>
              <a:cs typeface="Times New Roman" panose="02020603050405020304" pitchFamily="18" charset="0"/>
            </a:endParaRPr>
          </a:p>
          <a:p>
            <a:pPr marL="0" marR="50800" lvl="0" indent="0" algn="l" rtl="0">
              <a:lnSpc>
                <a:spcPct val="135000"/>
              </a:lnSpc>
              <a:spcBef>
                <a:spcPts val="0"/>
              </a:spcBef>
              <a:spcAft>
                <a:spcPts val="0"/>
              </a:spcAft>
              <a:buNone/>
            </a:pPr>
            <a:r>
              <a:rPr lang="en-US" sz="1100" i="1">
                <a:latin typeface="Times New Roman" panose="02020603050405020304" pitchFamily="18" charset="0"/>
                <a:cs typeface="Times New Roman" panose="02020603050405020304" pitchFamily="18" charset="0"/>
              </a:rPr>
              <a:t>USB Type-C Cable and Connector Specification Release 2.3</a:t>
            </a:r>
            <a:r>
              <a:rPr lang="en-US" sz="1100">
                <a:latin typeface="Times New Roman" panose="02020603050405020304" pitchFamily="18" charset="0"/>
                <a:cs typeface="Times New Roman" panose="02020603050405020304" pitchFamily="18" charset="0"/>
              </a:rPr>
              <a:t>, USB-IF, Oct. 2023. [Online]. Available: </a:t>
            </a:r>
            <a:r>
              <a:rPr lang="en-US" sz="1100" u="sng">
                <a:solidFill>
                  <a:srgbClr val="1155CC"/>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https://usb.org/document-library/usb-type-cr-cable-and-connector-specification-release-23</a:t>
            </a:r>
            <a:endParaRPr sz="1100">
              <a:latin typeface="Times New Roman" panose="02020603050405020304" pitchFamily="18" charset="0"/>
              <a:cs typeface="Times New Roman" panose="02020603050405020304" pitchFamily="18" charset="0"/>
            </a:endParaRPr>
          </a:p>
          <a:p>
            <a:pPr marL="0" marR="50800" lvl="0" indent="0" algn="l" rtl="0">
              <a:lnSpc>
                <a:spcPct val="135000"/>
              </a:lnSpc>
              <a:spcBef>
                <a:spcPts val="0"/>
              </a:spcBef>
              <a:spcAft>
                <a:spcPts val="0"/>
              </a:spcAft>
              <a:buNone/>
            </a:pPr>
            <a:r>
              <a:rPr lang="en-US" sz="1100" i="1">
                <a:latin typeface="Times New Roman" panose="02020603050405020304" pitchFamily="18" charset="0"/>
                <a:cs typeface="Times New Roman" panose="02020603050405020304" pitchFamily="18" charset="0"/>
              </a:rPr>
              <a:t>I</a:t>
            </a:r>
            <a:r>
              <a:rPr lang="en-US" sz="1100" i="1" baseline="30000">
                <a:latin typeface="Times New Roman" panose="02020603050405020304" pitchFamily="18" charset="0"/>
                <a:cs typeface="Times New Roman" panose="02020603050405020304" pitchFamily="18" charset="0"/>
              </a:rPr>
              <a:t>2</a:t>
            </a:r>
            <a:r>
              <a:rPr lang="en-US" sz="1100" i="1">
                <a:latin typeface="Times New Roman" panose="02020603050405020304" pitchFamily="18" charset="0"/>
                <a:cs typeface="Times New Roman" panose="02020603050405020304" pitchFamily="18" charset="0"/>
              </a:rPr>
              <a:t>C-bus specification and user manual</a:t>
            </a:r>
            <a:r>
              <a:rPr lang="en-US" sz="1100">
                <a:latin typeface="Times New Roman" panose="02020603050405020304" pitchFamily="18" charset="0"/>
                <a:cs typeface="Times New Roman" panose="02020603050405020304" pitchFamily="18" charset="0"/>
              </a:rPr>
              <a:t>, UM10204, NXP Semiconductors, Oct. 2021. [Online]. Available: </a:t>
            </a:r>
            <a:r>
              <a:rPr lang="en-US" sz="1100" u="sng">
                <a:solidFill>
                  <a:srgbClr val="1155CC"/>
                </a:solidFill>
                <a:latin typeface="Times New Roman" panose="02020603050405020304" pitchFamily="18" charset="0"/>
                <a:cs typeface="Times New Roman" panose="02020603050405020304" pitchFamily="18" charset="0"/>
                <a:hlinkClick r:id="rId7">
                  <a:extLst>
                    <a:ext uri="{A12FA001-AC4F-418D-AE19-62706E023703}">
                      <ahyp:hlinkClr xmlns:ahyp="http://schemas.microsoft.com/office/drawing/2018/hyperlinkcolor" val="tx"/>
                    </a:ext>
                  </a:extLst>
                </a:hlinkClick>
              </a:rPr>
              <a:t>https://www.nxp.com/docs/en/user-guide/UM10204.pdf</a:t>
            </a:r>
            <a:endParaRPr sz="1100">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r>
              <a:rPr lang="en-US" sz="1100">
                <a:latin typeface="Times New Roman" panose="02020603050405020304" pitchFamily="18" charset="0"/>
                <a:cs typeface="Times New Roman" panose="02020603050405020304" pitchFamily="18" charset="0"/>
              </a:rPr>
              <a:t>IPC, IPC-2141: </a:t>
            </a:r>
            <a:r>
              <a:rPr lang="en-US" sz="1100" i="1">
                <a:latin typeface="Times New Roman" panose="02020603050405020304" pitchFamily="18" charset="0"/>
                <a:cs typeface="Times New Roman" panose="02020603050405020304" pitchFamily="18" charset="0"/>
              </a:rPr>
              <a:t>Controlled Impedance Circuit Boards and High Speed Logic Design (IPC-2141A), </a:t>
            </a:r>
            <a:r>
              <a:rPr lang="en-US" sz="1100">
                <a:latin typeface="Times New Roman" panose="02020603050405020304" pitchFamily="18" charset="0"/>
                <a:cs typeface="Times New Roman" panose="02020603050405020304" pitchFamily="18" charset="0"/>
              </a:rPr>
              <a:t>Revision A. IPC, 2004.</a:t>
            </a:r>
            <a:endParaRPr sz="1900">
              <a:latin typeface="Times New Roman" panose="02020603050405020304" pitchFamily="18" charset="0"/>
              <a:ea typeface="Proxima Nova"/>
              <a:cs typeface="Times New Roman" panose="02020603050405020304" pitchFamily="18" charset="0"/>
              <a:sym typeface="Proxima Nova"/>
            </a:endParaRPr>
          </a:p>
          <a:p>
            <a:pPr marL="0" lvl="0" indent="0" algn="l" rtl="0">
              <a:spcBef>
                <a:spcPts val="1200"/>
              </a:spcBef>
              <a:spcAft>
                <a:spcPts val="0"/>
              </a:spcAft>
              <a:buNone/>
            </a:pPr>
            <a:r>
              <a:rPr lang="en-US" sz="3600">
                <a:latin typeface="Titillium" panose="00000500000000000000" pitchFamily="50" charset="0"/>
                <a:ea typeface="Times New Roman"/>
                <a:cs typeface="Times New Roman"/>
                <a:sym typeface="Times New Roman"/>
              </a:rPr>
              <a:t>Relevant Courses:</a:t>
            </a:r>
            <a:endParaRPr sz="3600">
              <a:latin typeface="Titillium" panose="00000500000000000000" pitchFamily="50" charset="0"/>
              <a:ea typeface="Times New Roman"/>
              <a:cs typeface="Times New Roman"/>
              <a:sym typeface="Times New Roman"/>
            </a:endParaRPr>
          </a:p>
          <a:p>
            <a:pPr marL="0" lvl="0" indent="0" algn="l" rtl="0">
              <a:spcBef>
                <a:spcPts val="0"/>
              </a:spcBef>
              <a:spcAft>
                <a:spcPts val="0"/>
              </a:spcAft>
              <a:buNone/>
            </a:pPr>
            <a:endParaRPr sz="3600">
              <a:latin typeface="Times New Roman"/>
              <a:ea typeface="Times New Roman"/>
              <a:cs typeface="Times New Roman"/>
              <a:sym typeface="Times New Roman"/>
            </a:endParaRPr>
          </a:p>
          <a:p>
            <a:pPr marL="0" lvl="0" indent="0" algn="l" rtl="0">
              <a:spcBef>
                <a:spcPts val="0"/>
              </a:spcBef>
              <a:spcAft>
                <a:spcPts val="0"/>
              </a:spcAft>
              <a:buNone/>
            </a:pPr>
            <a:endParaRPr sz="3600">
              <a:latin typeface="Times New Roman"/>
              <a:ea typeface="Times New Roman"/>
              <a:cs typeface="Times New Roman"/>
              <a:sym typeface="Times New Roman"/>
            </a:endParaRPr>
          </a:p>
          <a:p>
            <a:pPr marL="0" lvl="0" indent="0" algn="l" rtl="0">
              <a:spcBef>
                <a:spcPts val="0"/>
              </a:spcBef>
              <a:spcAft>
                <a:spcPts val="0"/>
              </a:spcAft>
              <a:buNone/>
            </a:pPr>
            <a:endParaRPr lang="en-US" sz="1200">
              <a:latin typeface="Times New Roman"/>
              <a:ea typeface="Times New Roman"/>
              <a:cs typeface="Times New Roman"/>
              <a:sym typeface="Times New Roman"/>
            </a:endParaRPr>
          </a:p>
          <a:p>
            <a:pPr marL="0" lvl="0" indent="0" algn="l" rtl="0">
              <a:spcBef>
                <a:spcPts val="0"/>
              </a:spcBef>
              <a:spcAft>
                <a:spcPts val="0"/>
              </a:spcAft>
              <a:buNone/>
            </a:pPr>
            <a:endParaRPr sz="1200">
              <a:latin typeface="Times New Roman"/>
              <a:ea typeface="Times New Roman"/>
              <a:cs typeface="Times New Roman"/>
              <a:sym typeface="Times New Roman"/>
            </a:endParaRPr>
          </a:p>
          <a:p>
            <a:pPr marL="0" lvl="0" indent="0" algn="l" rtl="0">
              <a:spcBef>
                <a:spcPts val="0"/>
              </a:spcBef>
              <a:spcAft>
                <a:spcPts val="0"/>
              </a:spcAft>
              <a:buNone/>
            </a:pPr>
            <a:endParaRPr sz="1200">
              <a:latin typeface="Times New Roman"/>
              <a:ea typeface="Times New Roman"/>
              <a:cs typeface="Times New Roman"/>
              <a:sym typeface="Times New Roman"/>
            </a:endParaRPr>
          </a:p>
          <a:p>
            <a:pPr marL="0" lvl="0" indent="0" algn="l" rtl="0">
              <a:lnSpc>
                <a:spcPct val="115000"/>
              </a:lnSpc>
              <a:spcBef>
                <a:spcPts val="0"/>
              </a:spcBef>
              <a:spcAft>
                <a:spcPts val="0"/>
              </a:spcAft>
              <a:buNone/>
            </a:pPr>
            <a:endParaRPr sz="1900">
              <a:latin typeface="Proxima Nova"/>
              <a:ea typeface="Proxima Nova"/>
              <a:cs typeface="Proxima Nova"/>
              <a:sym typeface="Proxima Nova"/>
            </a:endParaRPr>
          </a:p>
          <a:p>
            <a:pPr marL="0" lvl="0" indent="0" algn="l" rtl="0">
              <a:spcBef>
                <a:spcPts val="0"/>
              </a:spcBef>
              <a:spcAft>
                <a:spcPts val="0"/>
              </a:spcAft>
              <a:buNone/>
            </a:pPr>
            <a:r>
              <a:rPr lang="en-US" sz="3600">
                <a:latin typeface="Titillium" panose="00000500000000000000" pitchFamily="50" charset="0"/>
                <a:ea typeface="Times New Roman"/>
                <a:cs typeface="Times New Roman"/>
                <a:sym typeface="Times New Roman"/>
              </a:rPr>
              <a:t>Acknowledgements:</a:t>
            </a:r>
          </a:p>
          <a:p>
            <a:pPr marL="0" lvl="0" indent="0" algn="l" rtl="0">
              <a:spcBef>
                <a:spcPts val="0"/>
              </a:spcBef>
              <a:spcAft>
                <a:spcPts val="0"/>
              </a:spcAft>
              <a:buNone/>
            </a:pPr>
            <a:endParaRPr lang="en-US" sz="1600">
              <a:latin typeface="Titillium" panose="00000500000000000000" pitchFamily="50" charset="0"/>
              <a:ea typeface="Times New Roman"/>
              <a:cs typeface="Times New Roman"/>
              <a:sym typeface="Times New Roman"/>
            </a:endParaRPr>
          </a:p>
          <a:p>
            <a:pPr marL="0" lvl="0" indent="0" algn="l" rtl="0">
              <a:spcBef>
                <a:spcPts val="0"/>
              </a:spcBef>
              <a:spcAft>
                <a:spcPts val="0"/>
              </a:spcAft>
              <a:buNone/>
            </a:pPr>
            <a:r>
              <a:rPr lang="en-US" sz="1800">
                <a:latin typeface="Titillium" panose="00000500000000000000" pitchFamily="50" charset="0"/>
                <a:ea typeface="Times New Roman"/>
                <a:cs typeface="Times New Roman"/>
                <a:sym typeface="Times New Roman"/>
              </a:rPr>
              <a:t> </a:t>
            </a:r>
            <a:endParaRPr sz="1800">
              <a:latin typeface="Titillium" panose="00000500000000000000" pitchFamily="50" charset="0"/>
              <a:ea typeface="Times New Roman"/>
              <a:cs typeface="Times New Roman"/>
              <a:sym typeface="Times New Roman"/>
            </a:endParaRPr>
          </a:p>
        </p:txBody>
      </p:sp>
      <p:pic>
        <p:nvPicPr>
          <p:cNvPr id="44" name="Google Shape;44;p1"/>
          <p:cNvPicPr preferRelativeResize="0"/>
          <p:nvPr/>
        </p:nvPicPr>
        <p:blipFill>
          <a:blip r:embed="rId8">
            <a:alphaModFix/>
          </a:blip>
          <a:stretch>
            <a:fillRect/>
          </a:stretch>
        </p:blipFill>
        <p:spPr>
          <a:xfrm>
            <a:off x="4906232" y="5375777"/>
            <a:ext cx="2452300" cy="1441881"/>
          </a:xfrm>
          <a:prstGeom prst="rect">
            <a:avLst/>
          </a:prstGeom>
          <a:noFill/>
          <a:ln>
            <a:noFill/>
          </a:ln>
        </p:spPr>
      </p:pic>
      <p:pic>
        <p:nvPicPr>
          <p:cNvPr id="45" name="Google Shape;45;p1"/>
          <p:cNvPicPr preferRelativeResize="0"/>
          <p:nvPr/>
        </p:nvPicPr>
        <p:blipFill>
          <a:blip r:embed="rId9">
            <a:alphaModFix/>
          </a:blip>
          <a:stretch>
            <a:fillRect/>
          </a:stretch>
        </p:blipFill>
        <p:spPr>
          <a:xfrm>
            <a:off x="7473108" y="5320949"/>
            <a:ext cx="1483975" cy="2332700"/>
          </a:xfrm>
          <a:prstGeom prst="rect">
            <a:avLst/>
          </a:prstGeom>
          <a:noFill/>
          <a:ln>
            <a:noFill/>
          </a:ln>
        </p:spPr>
      </p:pic>
      <p:pic>
        <p:nvPicPr>
          <p:cNvPr id="46" name="Google Shape;46;p1"/>
          <p:cNvPicPr preferRelativeResize="0"/>
          <p:nvPr/>
        </p:nvPicPr>
        <p:blipFill>
          <a:blip r:embed="rId10">
            <a:alphaModFix/>
          </a:blip>
          <a:stretch>
            <a:fillRect/>
          </a:stretch>
        </p:blipFill>
        <p:spPr>
          <a:xfrm>
            <a:off x="7402375" y="8031252"/>
            <a:ext cx="1447050" cy="1437400"/>
          </a:xfrm>
          <a:prstGeom prst="rect">
            <a:avLst/>
          </a:prstGeom>
          <a:noFill/>
          <a:ln>
            <a:noFill/>
          </a:ln>
        </p:spPr>
      </p:pic>
      <p:pic>
        <p:nvPicPr>
          <p:cNvPr id="47" name="Google Shape;47;p1"/>
          <p:cNvPicPr preferRelativeResize="0"/>
          <p:nvPr/>
        </p:nvPicPr>
        <p:blipFill>
          <a:blip r:embed="rId11">
            <a:alphaModFix/>
          </a:blip>
          <a:stretch>
            <a:fillRect/>
          </a:stretch>
        </p:blipFill>
        <p:spPr>
          <a:xfrm>
            <a:off x="4828325" y="8607449"/>
            <a:ext cx="2452300" cy="1297950"/>
          </a:xfrm>
          <a:prstGeom prst="rect">
            <a:avLst/>
          </a:prstGeom>
          <a:noFill/>
          <a:ln>
            <a:noFill/>
          </a:ln>
        </p:spPr>
      </p:pic>
      <p:graphicFrame>
        <p:nvGraphicFramePr>
          <p:cNvPr id="49" name="Google Shape;49;p1"/>
          <p:cNvGraphicFramePr/>
          <p:nvPr>
            <p:extLst>
              <p:ext uri="{D42A27DB-BD31-4B8C-83A1-F6EECF244321}">
                <p14:modId xmlns:p14="http://schemas.microsoft.com/office/powerpoint/2010/main" val="2661286333"/>
              </p:ext>
            </p:extLst>
          </p:nvPr>
        </p:nvGraphicFramePr>
        <p:xfrm>
          <a:off x="18158525" y="13976375"/>
          <a:ext cx="5943600" cy="2026920"/>
        </p:xfrm>
        <a:graphic>
          <a:graphicData uri="http://schemas.openxmlformats.org/drawingml/2006/table">
            <a:tbl>
              <a:tblPr bandRow="1">
                <a:noFill/>
                <a:tableStyleId>{476E12F9-61AB-4E40-9A54-2EAD79B28DD1}</a:tableStyleId>
              </a:tblPr>
              <a:tblGrid>
                <a:gridCol w="1083950">
                  <a:extLst>
                    <a:ext uri="{9D8B030D-6E8A-4147-A177-3AD203B41FA5}">
                      <a16:colId xmlns:a16="http://schemas.microsoft.com/office/drawing/2014/main" val="20000"/>
                    </a:ext>
                  </a:extLst>
                </a:gridCol>
                <a:gridCol w="4859650">
                  <a:extLst>
                    <a:ext uri="{9D8B030D-6E8A-4147-A177-3AD203B41FA5}">
                      <a16:colId xmlns:a16="http://schemas.microsoft.com/office/drawing/2014/main" val="20001"/>
                    </a:ext>
                  </a:extLst>
                </a:gridCol>
              </a:tblGrid>
              <a:tr h="0">
                <a:tc>
                  <a:txBody>
                    <a:bodyPr/>
                    <a:lstStyle/>
                    <a:p>
                      <a:pPr marL="0" lvl="0" indent="0" algn="l" rtl="0">
                        <a:spcBef>
                          <a:spcPts val="0"/>
                        </a:spcBef>
                        <a:spcAft>
                          <a:spcPts val="0"/>
                        </a:spcAft>
                        <a:buNone/>
                      </a:pPr>
                      <a:r>
                        <a:rPr lang="en-US" sz="1100">
                          <a:latin typeface="Times New Roman"/>
                          <a:ea typeface="Times New Roman"/>
                          <a:cs typeface="Times New Roman"/>
                          <a:sym typeface="Times New Roman"/>
                        </a:rPr>
                        <a:t>Course</a:t>
                      </a:r>
                      <a:endParaRPr sz="1100">
                        <a:latin typeface="Times New Roman"/>
                        <a:ea typeface="Times New Roman"/>
                        <a:cs typeface="Times New Roman"/>
                        <a:sym typeface="Times New Roman"/>
                      </a:endParaRPr>
                    </a:p>
                  </a:txBody>
                  <a:tcPr marL="73025" marR="73025" marT="0" marB="0"/>
                </a:tc>
                <a:tc>
                  <a:txBody>
                    <a:bodyPr/>
                    <a:lstStyle/>
                    <a:p>
                      <a:pPr marL="0" lvl="0" indent="0" algn="l" rtl="0">
                        <a:spcBef>
                          <a:spcPts val="0"/>
                        </a:spcBef>
                        <a:spcAft>
                          <a:spcPts val="0"/>
                        </a:spcAft>
                        <a:buNone/>
                      </a:pPr>
                      <a:r>
                        <a:rPr lang="en-US" sz="1100">
                          <a:latin typeface="Times New Roman"/>
                          <a:ea typeface="Times New Roman"/>
                          <a:cs typeface="Times New Roman"/>
                          <a:sym typeface="Times New Roman"/>
                        </a:rPr>
                        <a:t>Description</a:t>
                      </a:r>
                      <a:endParaRPr sz="1100">
                        <a:latin typeface="Times New Roman"/>
                        <a:ea typeface="Times New Roman"/>
                        <a:cs typeface="Times New Roman"/>
                        <a:sym typeface="Times New Roman"/>
                      </a:endParaRPr>
                    </a:p>
                  </a:txBody>
                  <a:tcPr marL="73025" marR="73025" marT="0" marB="0"/>
                </a:tc>
                <a:extLst>
                  <a:ext uri="{0D108BD9-81ED-4DB2-BD59-A6C34878D82A}">
                    <a16:rowId xmlns:a16="http://schemas.microsoft.com/office/drawing/2014/main" val="10000"/>
                  </a:ext>
                </a:extLst>
              </a:tr>
              <a:tr h="0">
                <a:tc>
                  <a:txBody>
                    <a:bodyPr/>
                    <a:lstStyle/>
                    <a:p>
                      <a:pPr marL="0" lvl="0" indent="0" algn="l" rtl="0">
                        <a:spcBef>
                          <a:spcPts val="0"/>
                        </a:spcBef>
                        <a:spcAft>
                          <a:spcPts val="0"/>
                        </a:spcAft>
                        <a:buNone/>
                      </a:pPr>
                      <a:r>
                        <a:rPr lang="en-US" sz="1200">
                          <a:latin typeface="Proxima Nova"/>
                          <a:ea typeface="Proxima Nova"/>
                          <a:cs typeface="Proxima Nova"/>
                          <a:sym typeface="Proxima Nova"/>
                        </a:rPr>
                        <a:t>ENGR 210</a:t>
                      </a:r>
                      <a:endParaRPr sz="1200">
                        <a:latin typeface="Proxima Nova"/>
                        <a:ea typeface="Proxima Nova"/>
                        <a:cs typeface="Proxima Nova"/>
                        <a:sym typeface="Proxima Nova"/>
                      </a:endParaRPr>
                    </a:p>
                  </a:txBody>
                  <a:tcPr marL="63500" marR="63500" marT="63500" marB="63500"/>
                </a:tc>
                <a:tc>
                  <a:txBody>
                    <a:bodyPr/>
                    <a:lstStyle/>
                    <a:p>
                      <a:pPr marL="0" lvl="0" indent="0" algn="l" rtl="0">
                        <a:spcBef>
                          <a:spcPts val="0"/>
                        </a:spcBef>
                        <a:spcAft>
                          <a:spcPts val="0"/>
                        </a:spcAft>
                        <a:buNone/>
                      </a:pPr>
                      <a:r>
                        <a:rPr lang="en-US" sz="1200">
                          <a:latin typeface="Proxima Nova"/>
                          <a:ea typeface="Proxima Nova"/>
                          <a:cs typeface="Proxima Nova"/>
                          <a:sym typeface="Proxima Nova"/>
                        </a:rPr>
                        <a:t>Basic circuit and network theory, use of instrumentation </a:t>
                      </a:r>
                      <a:endParaRPr sz="1200">
                        <a:latin typeface="Proxima Nova"/>
                        <a:ea typeface="Proxima Nova"/>
                        <a:cs typeface="Proxima Nova"/>
                        <a:sym typeface="Proxima Nova"/>
                      </a:endParaRPr>
                    </a:p>
                  </a:txBody>
                  <a:tcPr marL="63500" marR="63500" marT="63500" marB="63500"/>
                </a:tc>
                <a:extLst>
                  <a:ext uri="{0D108BD9-81ED-4DB2-BD59-A6C34878D82A}">
                    <a16:rowId xmlns:a16="http://schemas.microsoft.com/office/drawing/2014/main" val="10001"/>
                  </a:ext>
                </a:extLst>
              </a:tr>
              <a:tr h="0">
                <a:tc>
                  <a:txBody>
                    <a:bodyPr/>
                    <a:lstStyle/>
                    <a:p>
                      <a:pPr marL="0" lvl="0" indent="0" algn="l" rtl="0">
                        <a:spcBef>
                          <a:spcPts val="0"/>
                        </a:spcBef>
                        <a:spcAft>
                          <a:spcPts val="0"/>
                        </a:spcAft>
                        <a:buNone/>
                      </a:pPr>
                      <a:r>
                        <a:rPr lang="en-US" sz="1200">
                          <a:latin typeface="Proxima Nova"/>
                          <a:ea typeface="Proxima Nova"/>
                          <a:cs typeface="Proxima Nova"/>
                          <a:sym typeface="Proxima Nova"/>
                        </a:rPr>
                        <a:t>ECSE 245</a:t>
                      </a:r>
                      <a:endParaRPr sz="1200">
                        <a:latin typeface="Proxima Nova"/>
                        <a:ea typeface="Proxima Nova"/>
                        <a:cs typeface="Proxima Nova"/>
                        <a:sym typeface="Proxima Nova"/>
                      </a:endParaRPr>
                    </a:p>
                  </a:txBody>
                  <a:tcPr marL="63500" marR="63500" marT="63500" marB="63500"/>
                </a:tc>
                <a:tc>
                  <a:txBody>
                    <a:bodyPr/>
                    <a:lstStyle/>
                    <a:p>
                      <a:pPr marL="0" lvl="0" indent="0" algn="l" rtl="0">
                        <a:spcBef>
                          <a:spcPts val="0"/>
                        </a:spcBef>
                        <a:spcAft>
                          <a:spcPts val="0"/>
                        </a:spcAft>
                        <a:buNone/>
                      </a:pPr>
                      <a:r>
                        <a:rPr lang="en-US" sz="1200">
                          <a:latin typeface="Proxima Nova"/>
                          <a:ea typeface="Proxima Nova"/>
                          <a:cs typeface="Proxima Nova"/>
                          <a:sym typeface="Proxima Nova"/>
                        </a:rPr>
                        <a:t>More advanced power circuitry  			</a:t>
                      </a:r>
                    </a:p>
                  </a:txBody>
                  <a:tcPr marL="63500" marR="63500" marT="63500" marB="63500"/>
                </a:tc>
                <a:extLst>
                  <a:ext uri="{0D108BD9-81ED-4DB2-BD59-A6C34878D82A}">
                    <a16:rowId xmlns:a16="http://schemas.microsoft.com/office/drawing/2014/main" val="10002"/>
                  </a:ext>
                </a:extLst>
              </a:tr>
              <a:tr h="0">
                <a:tc>
                  <a:txBody>
                    <a:bodyPr/>
                    <a:lstStyle/>
                    <a:p>
                      <a:pPr marL="0" lvl="0" indent="0" algn="l" rtl="0">
                        <a:spcBef>
                          <a:spcPts val="0"/>
                        </a:spcBef>
                        <a:spcAft>
                          <a:spcPts val="0"/>
                        </a:spcAft>
                        <a:buNone/>
                      </a:pPr>
                      <a:r>
                        <a:rPr lang="en-US" sz="1200">
                          <a:latin typeface="Proxima Nova"/>
                          <a:ea typeface="Proxima Nova"/>
                          <a:cs typeface="Proxima Nova"/>
                          <a:sym typeface="Proxima Nova"/>
                        </a:rPr>
                        <a:t>ECSE 309</a:t>
                      </a:r>
                      <a:endParaRPr sz="1200">
                        <a:latin typeface="Proxima Nova"/>
                        <a:ea typeface="Proxima Nova"/>
                        <a:cs typeface="Proxima Nova"/>
                        <a:sym typeface="Proxima Nova"/>
                      </a:endParaRPr>
                    </a:p>
                  </a:txBody>
                  <a:tcPr marL="63500" marR="63500" marT="63500" marB="63500"/>
                </a:tc>
                <a:tc>
                  <a:txBody>
                    <a:bodyPr/>
                    <a:lstStyle/>
                    <a:p>
                      <a:pPr marL="0" lvl="0" indent="0" algn="l" rtl="0">
                        <a:spcBef>
                          <a:spcPts val="0"/>
                        </a:spcBef>
                        <a:spcAft>
                          <a:spcPts val="0"/>
                        </a:spcAft>
                        <a:buNone/>
                      </a:pPr>
                      <a:r>
                        <a:rPr lang="en-US" sz="1200">
                          <a:latin typeface="Proxima Nova"/>
                          <a:ea typeface="Proxima Nova"/>
                          <a:cs typeface="Proxima Nova"/>
                          <a:sym typeface="Proxima Nova"/>
                        </a:rPr>
                        <a:t>Covers high speed/high frequency signals. Impedance matching </a:t>
                      </a:r>
                      <a:endParaRPr sz="1200">
                        <a:latin typeface="Proxima Nova"/>
                        <a:ea typeface="Proxima Nova"/>
                        <a:cs typeface="Proxima Nova"/>
                        <a:sym typeface="Proxima Nova"/>
                      </a:endParaRPr>
                    </a:p>
                  </a:txBody>
                  <a:tcPr marL="63500" marR="63500" marT="63500" marB="63500"/>
                </a:tc>
                <a:extLst>
                  <a:ext uri="{0D108BD9-81ED-4DB2-BD59-A6C34878D82A}">
                    <a16:rowId xmlns:a16="http://schemas.microsoft.com/office/drawing/2014/main" val="10003"/>
                  </a:ext>
                </a:extLst>
              </a:tr>
              <a:tr h="0">
                <a:tc>
                  <a:txBody>
                    <a:bodyPr/>
                    <a:lstStyle/>
                    <a:p>
                      <a:pPr marL="0" lvl="0" indent="0" algn="l" rtl="0">
                        <a:spcBef>
                          <a:spcPts val="0"/>
                        </a:spcBef>
                        <a:spcAft>
                          <a:spcPts val="0"/>
                        </a:spcAft>
                        <a:buNone/>
                      </a:pPr>
                      <a:r>
                        <a:rPr lang="en-US" sz="1200">
                          <a:latin typeface="Proxima Nova"/>
                          <a:ea typeface="Proxima Nova"/>
                          <a:cs typeface="Proxima Nova"/>
                          <a:sym typeface="Proxima Nova"/>
                        </a:rPr>
                        <a:t>ECSE 344</a:t>
                      </a:r>
                      <a:endParaRPr sz="1200">
                        <a:latin typeface="Proxima Nova"/>
                        <a:ea typeface="Proxima Nova"/>
                        <a:cs typeface="Proxima Nova"/>
                        <a:sym typeface="Proxima Nova"/>
                      </a:endParaRPr>
                    </a:p>
                  </a:txBody>
                  <a:tcPr marL="63500" marR="63500" marT="63500" marB="63500"/>
                </a:tc>
                <a:tc>
                  <a:txBody>
                    <a:bodyPr/>
                    <a:lstStyle/>
                    <a:p>
                      <a:pPr marL="0" lvl="0" indent="0" algn="l" rtl="0">
                        <a:spcBef>
                          <a:spcPts val="0"/>
                        </a:spcBef>
                        <a:spcAft>
                          <a:spcPts val="0"/>
                        </a:spcAft>
                        <a:buNone/>
                      </a:pPr>
                      <a:r>
                        <a:rPr lang="en-US" sz="1200">
                          <a:latin typeface="Proxima Nova"/>
                          <a:ea typeface="Proxima Nova"/>
                          <a:cs typeface="Proxima Nova"/>
                          <a:sym typeface="Proxima Nova"/>
                        </a:rPr>
                        <a:t>More advanced power circuitry </a:t>
                      </a:r>
                      <a:endParaRPr sz="1200">
                        <a:latin typeface="Proxima Nova"/>
                        <a:ea typeface="Proxima Nova"/>
                        <a:cs typeface="Proxima Nova"/>
                        <a:sym typeface="Proxima Nova"/>
                      </a:endParaRPr>
                    </a:p>
                  </a:txBody>
                  <a:tcPr marL="63500" marR="63500" marT="63500" marB="63500"/>
                </a:tc>
                <a:extLst>
                  <a:ext uri="{0D108BD9-81ED-4DB2-BD59-A6C34878D82A}">
                    <a16:rowId xmlns:a16="http://schemas.microsoft.com/office/drawing/2014/main" val="10004"/>
                  </a:ext>
                </a:extLst>
              </a:tr>
              <a:tr h="0">
                <a:tc>
                  <a:txBody>
                    <a:bodyPr/>
                    <a:lstStyle/>
                    <a:p>
                      <a:pPr marL="0" lvl="0" indent="0" algn="l" rtl="0">
                        <a:spcBef>
                          <a:spcPts val="0"/>
                        </a:spcBef>
                        <a:spcAft>
                          <a:spcPts val="0"/>
                        </a:spcAft>
                        <a:buNone/>
                      </a:pPr>
                      <a:r>
                        <a:rPr lang="en-US" sz="1200">
                          <a:latin typeface="Proxima Nova"/>
                          <a:ea typeface="Proxima Nova"/>
                          <a:cs typeface="Proxima Nova"/>
                          <a:sym typeface="Proxima Nova"/>
                        </a:rPr>
                        <a:t>ECSE 371</a:t>
                      </a:r>
                      <a:endParaRPr sz="1200">
                        <a:latin typeface="Proxima Nova"/>
                        <a:ea typeface="Proxima Nova"/>
                        <a:cs typeface="Proxima Nova"/>
                        <a:sym typeface="Proxima Nova"/>
                      </a:endParaRPr>
                    </a:p>
                  </a:txBody>
                  <a:tcPr marL="63500" marR="63500" marT="63500" marB="63500"/>
                </a:tc>
                <a:tc>
                  <a:txBody>
                    <a:bodyPr/>
                    <a:lstStyle/>
                    <a:p>
                      <a:pPr marL="0" lvl="0" indent="0" algn="l" rtl="0">
                        <a:spcBef>
                          <a:spcPts val="0"/>
                        </a:spcBef>
                        <a:spcAft>
                          <a:spcPts val="0"/>
                        </a:spcAft>
                        <a:buNone/>
                      </a:pPr>
                      <a:r>
                        <a:rPr lang="en-US" sz="1200">
                          <a:latin typeface="Proxima Nova"/>
                          <a:ea typeface="Proxima Nova"/>
                          <a:cs typeface="Proxima Nova"/>
                          <a:sym typeface="Proxima Nova"/>
                        </a:rPr>
                        <a:t>Applied circuit design </a:t>
                      </a:r>
                      <a:endParaRPr sz="1200">
                        <a:latin typeface="Proxima Nova"/>
                        <a:ea typeface="Proxima Nova"/>
                        <a:cs typeface="Proxima Nova"/>
                        <a:sym typeface="Proxima Nova"/>
                      </a:endParaRPr>
                    </a:p>
                  </a:txBody>
                  <a:tcPr marL="63500" marR="63500" marT="63500" marB="63500"/>
                </a:tc>
                <a:extLst>
                  <a:ext uri="{0D108BD9-81ED-4DB2-BD59-A6C34878D82A}">
                    <a16:rowId xmlns:a16="http://schemas.microsoft.com/office/drawing/2014/main" val="10005"/>
                  </a:ext>
                </a:extLst>
              </a:tr>
              <a:tr h="0">
                <a:tc>
                  <a:txBody>
                    <a:bodyPr/>
                    <a:lstStyle/>
                    <a:p>
                      <a:pPr marL="0" lvl="0" indent="0" algn="l" rtl="0">
                        <a:spcBef>
                          <a:spcPts val="0"/>
                        </a:spcBef>
                        <a:spcAft>
                          <a:spcPts val="0"/>
                        </a:spcAft>
                        <a:buNone/>
                      </a:pPr>
                      <a:r>
                        <a:rPr lang="en-US" sz="1200">
                          <a:latin typeface="Proxima Nova"/>
                          <a:ea typeface="Proxima Nova"/>
                          <a:cs typeface="Proxima Nova"/>
                          <a:sym typeface="Proxima Nova"/>
                        </a:rPr>
                        <a:t>ECSE 303</a:t>
                      </a:r>
                      <a:endParaRPr sz="1200">
                        <a:latin typeface="Proxima Nova"/>
                        <a:ea typeface="Proxima Nova"/>
                        <a:cs typeface="Proxima Nova"/>
                        <a:sym typeface="Proxima Nova"/>
                      </a:endParaRPr>
                    </a:p>
                  </a:txBody>
                  <a:tcPr marL="63500" marR="63500" marT="63500" marB="63500"/>
                </a:tc>
                <a:tc>
                  <a:txBody>
                    <a:bodyPr/>
                    <a:lstStyle/>
                    <a:p>
                      <a:pPr marL="0" lvl="0" indent="0" algn="l" rtl="0">
                        <a:spcBef>
                          <a:spcPts val="0"/>
                        </a:spcBef>
                        <a:spcAft>
                          <a:spcPts val="0"/>
                        </a:spcAft>
                        <a:buNone/>
                      </a:pPr>
                      <a:r>
                        <a:rPr lang="en-US" sz="1200">
                          <a:latin typeface="Proxima Nova"/>
                          <a:ea typeface="Proxima Nova"/>
                          <a:cs typeface="Proxima Nova"/>
                          <a:sym typeface="Proxima Nova"/>
                        </a:rPr>
                        <a:t>Firmware development </a:t>
                      </a:r>
                      <a:endParaRPr sz="1200">
                        <a:latin typeface="Proxima Nova"/>
                        <a:ea typeface="Proxima Nova"/>
                        <a:cs typeface="Proxima Nova"/>
                        <a:sym typeface="Proxima Nova"/>
                      </a:endParaRPr>
                    </a:p>
                  </a:txBody>
                  <a:tcPr marL="63500" marR="63500" marT="63500" marB="63500"/>
                </a:tc>
                <a:extLst>
                  <a:ext uri="{0D108BD9-81ED-4DB2-BD59-A6C34878D82A}">
                    <a16:rowId xmlns:a16="http://schemas.microsoft.com/office/drawing/2014/main" val="10006"/>
                  </a:ext>
                </a:extLst>
              </a:tr>
            </a:tbl>
          </a:graphicData>
        </a:graphic>
      </p:graphicFrame>
      <p:pic>
        <p:nvPicPr>
          <p:cNvPr id="50" name="Google Shape;50;p1"/>
          <p:cNvPicPr preferRelativeResize="0"/>
          <p:nvPr/>
        </p:nvPicPr>
        <p:blipFill>
          <a:blip r:embed="rId12">
            <a:alphaModFix/>
          </a:blip>
          <a:stretch>
            <a:fillRect/>
          </a:stretch>
        </p:blipFill>
        <p:spPr>
          <a:xfrm>
            <a:off x="18099993" y="4099875"/>
            <a:ext cx="2743200" cy="1828800"/>
          </a:xfrm>
          <a:prstGeom prst="rect">
            <a:avLst/>
          </a:prstGeom>
          <a:noFill/>
          <a:ln>
            <a:noFill/>
          </a:ln>
        </p:spPr>
      </p:pic>
      <p:pic>
        <p:nvPicPr>
          <p:cNvPr id="51" name="Google Shape;51;p1"/>
          <p:cNvPicPr preferRelativeResize="0"/>
          <p:nvPr/>
        </p:nvPicPr>
        <p:blipFill>
          <a:blip r:embed="rId13">
            <a:alphaModFix/>
          </a:blip>
          <a:stretch>
            <a:fillRect/>
          </a:stretch>
        </p:blipFill>
        <p:spPr>
          <a:xfrm>
            <a:off x="20834796" y="5878825"/>
            <a:ext cx="2743200" cy="1828800"/>
          </a:xfrm>
          <a:prstGeom prst="rect">
            <a:avLst/>
          </a:prstGeom>
          <a:noFill/>
          <a:ln>
            <a:noFill/>
          </a:ln>
        </p:spPr>
      </p:pic>
      <p:pic>
        <p:nvPicPr>
          <p:cNvPr id="52" name="Google Shape;52;p1"/>
          <p:cNvPicPr preferRelativeResize="0"/>
          <p:nvPr/>
        </p:nvPicPr>
        <p:blipFill>
          <a:blip r:embed="rId14">
            <a:alphaModFix/>
          </a:blip>
          <a:stretch>
            <a:fillRect/>
          </a:stretch>
        </p:blipFill>
        <p:spPr>
          <a:xfrm>
            <a:off x="20834796" y="4114898"/>
            <a:ext cx="2743200" cy="1828800"/>
          </a:xfrm>
          <a:prstGeom prst="rect">
            <a:avLst/>
          </a:prstGeom>
          <a:noFill/>
          <a:ln>
            <a:noFill/>
          </a:ln>
        </p:spPr>
      </p:pic>
      <p:pic>
        <p:nvPicPr>
          <p:cNvPr id="53" name="Google Shape;53;p1"/>
          <p:cNvPicPr preferRelativeResize="0"/>
          <p:nvPr/>
        </p:nvPicPr>
        <p:blipFill>
          <a:blip r:embed="rId15">
            <a:alphaModFix/>
          </a:blip>
          <a:stretch>
            <a:fillRect/>
          </a:stretch>
        </p:blipFill>
        <p:spPr>
          <a:xfrm>
            <a:off x="18099993" y="5871273"/>
            <a:ext cx="2743200" cy="1828800"/>
          </a:xfrm>
          <a:prstGeom prst="rect">
            <a:avLst/>
          </a:prstGeom>
          <a:noFill/>
          <a:ln>
            <a:noFill/>
          </a:ln>
        </p:spPr>
      </p:pic>
      <p:pic>
        <p:nvPicPr>
          <p:cNvPr id="54" name="Google Shape;54;p1"/>
          <p:cNvPicPr preferRelativeResize="0"/>
          <p:nvPr/>
        </p:nvPicPr>
        <p:blipFill>
          <a:blip r:embed="rId16">
            <a:alphaModFix/>
          </a:blip>
          <a:stretch>
            <a:fillRect/>
          </a:stretch>
        </p:blipFill>
        <p:spPr>
          <a:xfrm>
            <a:off x="18099993" y="7682524"/>
            <a:ext cx="2743200" cy="1828800"/>
          </a:xfrm>
          <a:prstGeom prst="rect">
            <a:avLst/>
          </a:prstGeom>
          <a:noFill/>
          <a:ln>
            <a:noFill/>
          </a:ln>
        </p:spPr>
      </p:pic>
      <p:pic>
        <p:nvPicPr>
          <p:cNvPr id="55" name="Google Shape;55;p1"/>
          <p:cNvPicPr preferRelativeResize="0"/>
          <p:nvPr/>
        </p:nvPicPr>
        <p:blipFill>
          <a:blip r:embed="rId17">
            <a:alphaModFix/>
          </a:blip>
          <a:stretch>
            <a:fillRect/>
          </a:stretch>
        </p:blipFill>
        <p:spPr>
          <a:xfrm>
            <a:off x="20834796" y="7691299"/>
            <a:ext cx="2743200" cy="1828800"/>
          </a:xfrm>
          <a:prstGeom prst="rect">
            <a:avLst/>
          </a:prstGeom>
          <a:noFill/>
          <a:ln>
            <a:noFill/>
          </a:ln>
        </p:spPr>
      </p:pic>
      <p:pic>
        <p:nvPicPr>
          <p:cNvPr id="56" name="Google Shape;56;p1"/>
          <p:cNvPicPr preferRelativeResize="0"/>
          <p:nvPr/>
        </p:nvPicPr>
        <p:blipFill>
          <a:blip r:embed="rId18">
            <a:alphaModFix/>
          </a:blip>
          <a:stretch>
            <a:fillRect/>
          </a:stretch>
        </p:blipFill>
        <p:spPr>
          <a:xfrm>
            <a:off x="23569599" y="4114898"/>
            <a:ext cx="2743200" cy="1828800"/>
          </a:xfrm>
          <a:prstGeom prst="rect">
            <a:avLst/>
          </a:prstGeom>
          <a:noFill/>
          <a:ln>
            <a:noFill/>
          </a:ln>
        </p:spPr>
      </p:pic>
      <p:pic>
        <p:nvPicPr>
          <p:cNvPr id="57" name="Google Shape;57;p1"/>
          <p:cNvPicPr preferRelativeResize="0"/>
          <p:nvPr/>
        </p:nvPicPr>
        <p:blipFill>
          <a:blip r:embed="rId19">
            <a:alphaModFix/>
          </a:blip>
          <a:stretch>
            <a:fillRect/>
          </a:stretch>
        </p:blipFill>
        <p:spPr>
          <a:xfrm>
            <a:off x="23569599" y="5930814"/>
            <a:ext cx="2743200" cy="1828800"/>
          </a:xfrm>
          <a:prstGeom prst="rect">
            <a:avLst/>
          </a:prstGeom>
          <a:noFill/>
          <a:ln>
            <a:noFill/>
          </a:ln>
        </p:spPr>
      </p:pic>
      <p:pic>
        <p:nvPicPr>
          <p:cNvPr id="60" name="Google Shape;60;p1"/>
          <p:cNvPicPr preferRelativeResize="0"/>
          <p:nvPr/>
        </p:nvPicPr>
        <p:blipFill>
          <a:blip r:embed="rId20">
            <a:alphaModFix/>
          </a:blip>
          <a:stretch>
            <a:fillRect/>
          </a:stretch>
        </p:blipFill>
        <p:spPr>
          <a:xfrm>
            <a:off x="5204792" y="14635588"/>
            <a:ext cx="3921552" cy="2177558"/>
          </a:xfrm>
          <a:prstGeom prst="rect">
            <a:avLst/>
          </a:prstGeom>
          <a:noFill/>
          <a:ln>
            <a:noFill/>
          </a:ln>
        </p:spPr>
      </p:pic>
      <p:sp>
        <p:nvSpPr>
          <p:cNvPr id="3" name="TextBox 2">
            <a:extLst>
              <a:ext uri="{FF2B5EF4-FFF2-40B4-BE49-F238E27FC236}">
                <a16:creationId xmlns:a16="http://schemas.microsoft.com/office/drawing/2014/main" id="{E30C11B3-A90A-6100-CA99-13ECA52054D5}"/>
              </a:ext>
            </a:extLst>
          </p:cNvPr>
          <p:cNvSpPr txBox="1"/>
          <p:nvPr/>
        </p:nvSpPr>
        <p:spPr>
          <a:xfrm>
            <a:off x="23661439" y="7836991"/>
            <a:ext cx="2472250" cy="2031325"/>
          </a:xfrm>
          <a:prstGeom prst="rect">
            <a:avLst/>
          </a:prstGeom>
          <a:noFill/>
        </p:spPr>
        <p:txBody>
          <a:bodyPr wrap="square" rtlCol="0">
            <a:spAutoFit/>
          </a:bodyPr>
          <a:lstStyle/>
          <a:p>
            <a:r>
              <a:rPr lang="en-US" sz="1800">
                <a:latin typeface="Times New Roman" panose="02020603050405020304" pitchFamily="18" charset="0"/>
                <a:cs typeface="Times New Roman" panose="02020603050405020304" pitchFamily="18" charset="0"/>
              </a:rPr>
              <a:t>Schematic Capture was completed in Altium Designer.</a:t>
            </a:r>
            <a:br>
              <a:rPr lang="en-US" sz="1800">
                <a:latin typeface="Times New Roman" panose="02020603050405020304" pitchFamily="18" charset="0"/>
                <a:cs typeface="Times New Roman" panose="02020603050405020304" pitchFamily="18" charset="0"/>
              </a:rPr>
            </a:br>
            <a:r>
              <a:rPr lang="en-US" sz="1800">
                <a:latin typeface="Times New Roman" panose="02020603050405020304" pitchFamily="18" charset="0"/>
                <a:cs typeface="Times New Roman" panose="02020603050405020304" pitchFamily="18" charset="0"/>
              </a:rPr>
              <a:t>We used a multi-sheet layout and sheet symbols to make the project efficient</a:t>
            </a:r>
          </a:p>
        </p:txBody>
      </p:sp>
      <p:sp>
        <p:nvSpPr>
          <p:cNvPr id="4" name="TextBox 3">
            <a:extLst>
              <a:ext uri="{FF2B5EF4-FFF2-40B4-BE49-F238E27FC236}">
                <a16:creationId xmlns:a16="http://schemas.microsoft.com/office/drawing/2014/main" id="{29FCADE5-4555-6FCC-957D-591CC6CDDC71}"/>
              </a:ext>
            </a:extLst>
          </p:cNvPr>
          <p:cNvSpPr txBox="1"/>
          <p:nvPr/>
        </p:nvSpPr>
        <p:spPr>
          <a:xfrm>
            <a:off x="1072036" y="13524351"/>
            <a:ext cx="7928208" cy="1200329"/>
          </a:xfrm>
          <a:prstGeom prst="rect">
            <a:avLst/>
          </a:prstGeom>
          <a:noFill/>
        </p:spPr>
        <p:txBody>
          <a:bodyPr wrap="square" rtlCol="0">
            <a:spAutoFit/>
          </a:bodyPr>
          <a:lstStyle/>
          <a:p>
            <a:r>
              <a:rPr lang="en-US" sz="1800">
                <a:latin typeface="Times New Roman" panose="02020603050405020304" pitchFamily="18" charset="0"/>
                <a:cs typeface="Times New Roman" panose="02020603050405020304" pitchFamily="18" charset="0"/>
              </a:rPr>
              <a:t>We laid out the board as a 6 layer board. We kept the high-speed signals on the outer layers to prioritize signal integrity and avoid issues with punch through. Each outer layer has a ground plane underneath it. The two inner layers are used for low-speed signals and power. </a:t>
            </a:r>
          </a:p>
        </p:txBody>
      </p:sp>
      <p:sp>
        <p:nvSpPr>
          <p:cNvPr id="5" name="TextBox 4">
            <a:extLst>
              <a:ext uri="{FF2B5EF4-FFF2-40B4-BE49-F238E27FC236}">
                <a16:creationId xmlns:a16="http://schemas.microsoft.com/office/drawing/2014/main" id="{5F84E20C-B147-E682-01B3-238ECE6B0A68}"/>
              </a:ext>
            </a:extLst>
          </p:cNvPr>
          <p:cNvSpPr txBox="1"/>
          <p:nvPr/>
        </p:nvSpPr>
        <p:spPr>
          <a:xfrm>
            <a:off x="9437688" y="13134452"/>
            <a:ext cx="4454012" cy="4524315"/>
          </a:xfrm>
          <a:prstGeom prst="rect">
            <a:avLst/>
          </a:prstGeom>
          <a:noFill/>
        </p:spPr>
        <p:txBody>
          <a:bodyPr wrap="square" rtlCol="0">
            <a:spAutoFit/>
          </a:bodyPr>
          <a:lstStyle/>
          <a:p>
            <a:r>
              <a:rPr lang="en-US" sz="1800">
                <a:latin typeface="Times New Roman" panose="02020603050405020304" pitchFamily="18" charset="0"/>
                <a:cs typeface="Times New Roman" panose="02020603050405020304" pitchFamily="18" charset="0"/>
              </a:rPr>
              <a:t>In order to verify our board we ran DRC on the design. </a:t>
            </a:r>
            <a:br>
              <a:rPr lang="en-US" sz="1800">
                <a:latin typeface="Times New Roman" panose="02020603050405020304" pitchFamily="18" charset="0"/>
                <a:cs typeface="Times New Roman" panose="02020603050405020304" pitchFamily="18" charset="0"/>
              </a:rPr>
            </a:br>
            <a:r>
              <a:rPr lang="en-US" sz="1800">
                <a:latin typeface="Times New Roman" panose="02020603050405020304" pitchFamily="18" charset="0"/>
                <a:cs typeface="Times New Roman" panose="02020603050405020304" pitchFamily="18" charset="0"/>
              </a:rPr>
              <a:t>DRC identified 95 possible violations. </a:t>
            </a:r>
            <a:br>
              <a:rPr lang="en-US" sz="1800">
                <a:latin typeface="Times New Roman" panose="02020603050405020304" pitchFamily="18" charset="0"/>
                <a:cs typeface="Times New Roman" panose="02020603050405020304" pitchFamily="18" charset="0"/>
              </a:rPr>
            </a:br>
            <a:r>
              <a:rPr lang="en-US" sz="1800">
                <a:latin typeface="Times New Roman" panose="02020603050405020304" pitchFamily="18" charset="0"/>
                <a:cs typeface="Times New Roman" panose="02020603050405020304" pitchFamily="18" charset="0"/>
              </a:rPr>
              <a:t>After review it was determined 40 of these violations are nets in the CC class not meeting the defined rules for their target impedance due to space constraints, and should be able to be safely ignored.</a:t>
            </a:r>
            <a:br>
              <a:rPr lang="en-US" sz="1800">
                <a:latin typeface="Times New Roman" panose="02020603050405020304" pitchFamily="18" charset="0"/>
                <a:cs typeface="Times New Roman" panose="02020603050405020304" pitchFamily="18" charset="0"/>
              </a:rPr>
            </a:br>
            <a:r>
              <a:rPr lang="en-US" sz="1800">
                <a:latin typeface="Times New Roman" panose="02020603050405020304" pitchFamily="18" charset="0"/>
                <a:cs typeface="Times New Roman" panose="02020603050405020304" pitchFamily="18" charset="0"/>
              </a:rPr>
              <a:t>25 of these are net antenna violations caused by TI provided footprints, and can also be ignored. The remaining 20 are small annular rings in the Amphenol provided footprints on the USB C connectors and can also be safely waived. </a:t>
            </a:r>
            <a:br>
              <a:rPr lang="en-US" sz="1800">
                <a:latin typeface="Times New Roman" panose="02020603050405020304" pitchFamily="18" charset="0"/>
                <a:cs typeface="Times New Roman" panose="02020603050405020304" pitchFamily="18" charset="0"/>
              </a:rPr>
            </a:br>
            <a:br>
              <a:rPr lang="en-US" sz="1800">
                <a:latin typeface="Times New Roman" panose="02020603050405020304" pitchFamily="18" charset="0"/>
                <a:cs typeface="Times New Roman" panose="02020603050405020304" pitchFamily="18" charset="0"/>
              </a:rPr>
            </a:br>
            <a:endParaRPr lang="en-US" sz="180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728BBE35-651A-4141-416C-687DC31B1CE9}"/>
              </a:ext>
            </a:extLst>
          </p:cNvPr>
          <p:cNvSpPr txBox="1"/>
          <p:nvPr/>
        </p:nvSpPr>
        <p:spPr>
          <a:xfrm>
            <a:off x="1024630" y="15315074"/>
            <a:ext cx="4126985" cy="1754326"/>
          </a:xfrm>
          <a:prstGeom prst="rect">
            <a:avLst/>
          </a:prstGeom>
          <a:noFill/>
        </p:spPr>
        <p:txBody>
          <a:bodyPr wrap="square" rtlCol="0">
            <a:spAutoFit/>
          </a:bodyPr>
          <a:lstStyle/>
          <a:p>
            <a:r>
              <a:rPr lang="en-US" sz="1800">
                <a:latin typeface="Times New Roman" panose="02020603050405020304" pitchFamily="18" charset="0"/>
                <a:cs typeface="Times New Roman" panose="02020603050405020304" pitchFamily="18" charset="0"/>
              </a:rPr>
              <a:t>In order to ensure the project was completed on time we used project management strategies to divide and plan out the work including a detailed project plan document and a Gantt Chart. We also did multiple design reviews throughout. </a:t>
            </a:r>
          </a:p>
        </p:txBody>
      </p:sp>
      <p:sp>
        <p:nvSpPr>
          <p:cNvPr id="7" name="TextBox 6">
            <a:extLst>
              <a:ext uri="{FF2B5EF4-FFF2-40B4-BE49-F238E27FC236}">
                <a16:creationId xmlns:a16="http://schemas.microsoft.com/office/drawing/2014/main" id="{3E5F256D-0FB9-FD98-9B9A-B5F048346996}"/>
              </a:ext>
            </a:extLst>
          </p:cNvPr>
          <p:cNvSpPr txBox="1"/>
          <p:nvPr/>
        </p:nvSpPr>
        <p:spPr>
          <a:xfrm>
            <a:off x="9498014" y="10846499"/>
            <a:ext cx="7351604" cy="1754326"/>
          </a:xfrm>
          <a:prstGeom prst="rect">
            <a:avLst/>
          </a:prstGeom>
          <a:noFill/>
        </p:spPr>
        <p:txBody>
          <a:bodyPr wrap="square" rtlCol="0">
            <a:spAutoFit/>
          </a:bodyPr>
          <a:lstStyle/>
          <a:p>
            <a:r>
              <a:rPr lang="en-US" sz="1800">
                <a:latin typeface="Times New Roman" panose="02020603050405020304" pitchFamily="18" charset="0"/>
                <a:cs typeface="Times New Roman" panose="02020603050405020304" pitchFamily="18" charset="0"/>
              </a:rPr>
              <a:t>We designed our board with manufacturability in mind. Early on in the design process we identified our target CM [contract manufacturer] as JLC PCB. We chose JLC due to their extensive part library, competitive capabilities, fast turn times and low prices. We defined our board layer stack based on the </a:t>
            </a:r>
            <a:r>
              <a:rPr lang="en-US" sz="1800" b="0" i="0" u="none" strike="noStrike">
                <a:solidFill>
                  <a:srgbClr val="000000"/>
                </a:solidFill>
                <a:effectLst/>
                <a:latin typeface="Times New Roman" panose="02020603050405020304" pitchFamily="18" charset="0"/>
              </a:rPr>
              <a:t> JLC0616H-7628 stack up to meet our impedance requirements. All our parts included the JLC part number for ease of ordering. </a:t>
            </a:r>
            <a:endParaRPr lang="en-US" sz="180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69143052-8035-53EA-D693-9FF9CF500981}"/>
              </a:ext>
            </a:extLst>
          </p:cNvPr>
          <p:cNvSpPr txBox="1"/>
          <p:nvPr/>
        </p:nvSpPr>
        <p:spPr>
          <a:xfrm>
            <a:off x="18013146" y="16403627"/>
            <a:ext cx="8386500" cy="584775"/>
          </a:xfrm>
          <a:prstGeom prst="rect">
            <a:avLst/>
          </a:prstGeom>
          <a:noFill/>
        </p:spPr>
        <p:txBody>
          <a:bodyPr wrap="square" rtlCol="0">
            <a:spAutoFit/>
          </a:bodyPr>
          <a:lstStyle/>
          <a:p>
            <a:r>
              <a:rPr lang="en-US" sz="1600">
                <a:latin typeface="Times New Roman" panose="02020603050405020304" pitchFamily="18" charset="0"/>
                <a:cs typeface="Times New Roman" panose="02020603050405020304" pitchFamily="18" charset="0"/>
              </a:rPr>
              <a:t>Thank you to Altium for providing student licenses. Thank you to </a:t>
            </a:r>
            <a:r>
              <a:rPr lang="en-US" sz="1600" err="1">
                <a:latin typeface="Times New Roman" panose="02020603050405020304" pitchFamily="18" charset="0"/>
                <a:cs typeface="Times New Roman" panose="02020603050405020304" pitchFamily="18" charset="0"/>
              </a:rPr>
              <a:t>Dr.Lee</a:t>
            </a:r>
            <a:r>
              <a:rPr lang="en-US" sz="1600">
                <a:latin typeface="Times New Roman" panose="02020603050405020304" pitchFamily="18" charset="0"/>
                <a:cs typeface="Times New Roman" panose="02020603050405020304" pitchFamily="18" charset="0"/>
              </a:rPr>
              <a:t> for being our advisor and his lab for supporting this project financially. </a:t>
            </a:r>
          </a:p>
        </p:txBody>
      </p:sp>
      <p:pic>
        <p:nvPicPr>
          <p:cNvPr id="9" name="Graphic 8">
            <a:extLst>
              <a:ext uri="{FF2B5EF4-FFF2-40B4-BE49-F238E27FC236}">
                <a16:creationId xmlns:a16="http://schemas.microsoft.com/office/drawing/2014/main" id="{B54E5DF7-FE67-F013-5582-921FB6312E14}"/>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0950708" y="3988109"/>
            <a:ext cx="5486400" cy="3079307"/>
          </a:xfrm>
          <a:prstGeom prst="rect">
            <a:avLst/>
          </a:prstGeom>
        </p:spPr>
      </p:pic>
      <p:pic>
        <p:nvPicPr>
          <p:cNvPr id="10" name="Picture 9">
            <a:extLst>
              <a:ext uri="{FF2B5EF4-FFF2-40B4-BE49-F238E27FC236}">
                <a16:creationId xmlns:a16="http://schemas.microsoft.com/office/drawing/2014/main" id="{49C7BDC0-4053-6DDF-DDBA-E07368244549}"/>
              </a:ext>
            </a:extLst>
          </p:cNvPr>
          <p:cNvPicPr>
            <a:picLocks noChangeAspect="1"/>
          </p:cNvPicPr>
          <p:nvPr/>
        </p:nvPicPr>
        <p:blipFill>
          <a:blip r:embed="rId23"/>
          <a:stretch>
            <a:fillRect/>
          </a:stretch>
        </p:blipFill>
        <p:spPr>
          <a:xfrm>
            <a:off x="1202714" y="10797719"/>
            <a:ext cx="7563736" cy="2635542"/>
          </a:xfrm>
          <a:prstGeom prst="rect">
            <a:avLst/>
          </a:prstGeom>
        </p:spPr>
      </p:pic>
      <p:pic>
        <p:nvPicPr>
          <p:cNvPr id="13" name="Picture 12">
            <a:extLst>
              <a:ext uri="{FF2B5EF4-FFF2-40B4-BE49-F238E27FC236}">
                <a16:creationId xmlns:a16="http://schemas.microsoft.com/office/drawing/2014/main" id="{595FBE66-1624-59C9-8783-2162CB5BB3A5}"/>
              </a:ext>
            </a:extLst>
          </p:cNvPr>
          <p:cNvPicPr>
            <a:picLocks noChangeAspect="1"/>
          </p:cNvPicPr>
          <p:nvPr/>
        </p:nvPicPr>
        <p:blipFill>
          <a:blip r:embed="rId24"/>
          <a:srcRect l="3913"/>
          <a:stretch/>
        </p:blipFill>
        <p:spPr>
          <a:xfrm>
            <a:off x="13923063" y="13269123"/>
            <a:ext cx="3717741" cy="1490199"/>
          </a:xfrm>
          <a:prstGeom prst="rect">
            <a:avLst/>
          </a:prstGeom>
        </p:spPr>
      </p:pic>
      <p:pic>
        <p:nvPicPr>
          <p:cNvPr id="15" name="Picture 14">
            <a:extLst>
              <a:ext uri="{FF2B5EF4-FFF2-40B4-BE49-F238E27FC236}">
                <a16:creationId xmlns:a16="http://schemas.microsoft.com/office/drawing/2014/main" id="{5012940E-4A43-2BF9-0760-FAD6C56CE40E}"/>
              </a:ext>
            </a:extLst>
          </p:cNvPr>
          <p:cNvPicPr>
            <a:picLocks noChangeAspect="1"/>
          </p:cNvPicPr>
          <p:nvPr/>
        </p:nvPicPr>
        <p:blipFill>
          <a:blip r:embed="rId25"/>
          <a:stretch>
            <a:fillRect/>
          </a:stretch>
        </p:blipFill>
        <p:spPr>
          <a:xfrm>
            <a:off x="13902164" y="15045107"/>
            <a:ext cx="3788997" cy="1358520"/>
          </a:xfrm>
          <a:prstGeom prst="rect">
            <a:avLst/>
          </a:prstGeom>
        </p:spPr>
      </p:pic>
      <p:sp>
        <p:nvSpPr>
          <p:cNvPr id="2" name="TextBox 1">
            <a:extLst>
              <a:ext uri="{FF2B5EF4-FFF2-40B4-BE49-F238E27FC236}">
                <a16:creationId xmlns:a16="http://schemas.microsoft.com/office/drawing/2014/main" id="{ACF3964F-6861-B7D5-E060-8A254FF510D6}"/>
              </a:ext>
            </a:extLst>
          </p:cNvPr>
          <p:cNvSpPr txBox="1"/>
          <p:nvPr/>
        </p:nvSpPr>
        <p:spPr>
          <a:xfrm>
            <a:off x="6051478" y="6809166"/>
            <a:ext cx="1224587" cy="307777"/>
          </a:xfrm>
          <a:prstGeom prst="rect">
            <a:avLst/>
          </a:prstGeom>
          <a:noFill/>
        </p:spPr>
        <p:txBody>
          <a:bodyPr wrap="square" rtlCol="0">
            <a:spAutoFit/>
          </a:bodyPr>
          <a:lstStyle/>
          <a:p>
            <a:r>
              <a:rPr lang="en-US"/>
              <a:t>Belkin.com</a:t>
            </a:r>
          </a:p>
        </p:txBody>
      </p:sp>
      <p:sp>
        <p:nvSpPr>
          <p:cNvPr id="14" name="TextBox 13">
            <a:extLst>
              <a:ext uri="{FF2B5EF4-FFF2-40B4-BE49-F238E27FC236}">
                <a16:creationId xmlns:a16="http://schemas.microsoft.com/office/drawing/2014/main" id="{DEA87863-686D-A471-5E75-25335A1F0A41}"/>
              </a:ext>
            </a:extLst>
          </p:cNvPr>
          <p:cNvSpPr txBox="1"/>
          <p:nvPr/>
        </p:nvSpPr>
        <p:spPr>
          <a:xfrm>
            <a:off x="6051477" y="9610906"/>
            <a:ext cx="1224587" cy="307777"/>
          </a:xfrm>
          <a:prstGeom prst="rect">
            <a:avLst/>
          </a:prstGeom>
          <a:noFill/>
        </p:spPr>
        <p:txBody>
          <a:bodyPr wrap="square" rtlCol="0">
            <a:spAutoFit/>
          </a:bodyPr>
          <a:lstStyle/>
          <a:p>
            <a:r>
              <a:rPr lang="en-US"/>
              <a:t>OWC.com</a:t>
            </a:r>
          </a:p>
        </p:txBody>
      </p:sp>
      <p:sp>
        <p:nvSpPr>
          <p:cNvPr id="16" name="TextBox 15">
            <a:extLst>
              <a:ext uri="{FF2B5EF4-FFF2-40B4-BE49-F238E27FC236}">
                <a16:creationId xmlns:a16="http://schemas.microsoft.com/office/drawing/2014/main" id="{0FCADB5E-1FF8-D41D-0D1C-C8337CEDEEA3}"/>
              </a:ext>
            </a:extLst>
          </p:cNvPr>
          <p:cNvSpPr txBox="1"/>
          <p:nvPr/>
        </p:nvSpPr>
        <p:spPr>
          <a:xfrm>
            <a:off x="7947514" y="9380875"/>
            <a:ext cx="1224587" cy="307777"/>
          </a:xfrm>
          <a:prstGeom prst="rect">
            <a:avLst/>
          </a:prstGeom>
          <a:noFill/>
        </p:spPr>
        <p:txBody>
          <a:bodyPr wrap="square" rtlCol="0">
            <a:spAutoFit/>
          </a:bodyPr>
          <a:lstStyle/>
          <a:p>
            <a:r>
              <a:rPr lang="en-US"/>
              <a:t>Amazon.com</a:t>
            </a:r>
          </a:p>
        </p:txBody>
      </p:sp>
      <p:sp>
        <p:nvSpPr>
          <p:cNvPr id="17" name="TextBox 16">
            <a:extLst>
              <a:ext uri="{FF2B5EF4-FFF2-40B4-BE49-F238E27FC236}">
                <a16:creationId xmlns:a16="http://schemas.microsoft.com/office/drawing/2014/main" id="{00CFDD07-8CAE-24EC-5173-DEEC5D08EA70}"/>
              </a:ext>
            </a:extLst>
          </p:cNvPr>
          <p:cNvSpPr txBox="1"/>
          <p:nvPr/>
        </p:nvSpPr>
        <p:spPr>
          <a:xfrm>
            <a:off x="7116595" y="7589948"/>
            <a:ext cx="2145317" cy="307777"/>
          </a:xfrm>
          <a:prstGeom prst="rect">
            <a:avLst/>
          </a:prstGeom>
          <a:noFill/>
        </p:spPr>
        <p:txBody>
          <a:bodyPr wrap="square" rtlCol="0">
            <a:spAutoFit/>
          </a:bodyPr>
          <a:lstStyle/>
          <a:p>
            <a:r>
              <a:rPr lang="en-US"/>
              <a:t>Jana Marie (github.com)</a:t>
            </a:r>
          </a:p>
        </p:txBody>
      </p:sp>
    </p:spTree>
  </p:cSld>
  <p:clrMapOvr>
    <a:masterClrMapping/>
  </p:clrMapOvr>
</p:sld>
</file>

<file path=ppt/theme/theme1.xml><?xml version="1.0" encoding="utf-8"?>
<a:theme xmlns:a="http://schemas.openxmlformats.org/drawingml/2006/main" name="1_CWRU Poster Theme 2">
  <a:themeElements>
    <a:clrScheme name="CWRU Colors">
      <a:dk1>
        <a:srgbClr val="545861"/>
      </a:dk1>
      <a:lt1>
        <a:srgbClr val="FFFFFF"/>
      </a:lt1>
      <a:dk2>
        <a:srgbClr val="0A304E"/>
      </a:dk2>
      <a:lt2>
        <a:srgbClr val="FFFFFF"/>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1</Slides>
  <Notes>1</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1_CWRU Poster Theme 2</vt:lpstr>
      <vt:lpstr>High Speed High Power USB C PD Hub</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leegs</dc:creator>
  <cp:revision>1</cp:revision>
  <cp:lastPrinted>2024-11-25T19:44:21Z</cp:lastPrinted>
  <dcterms:created xsi:type="dcterms:W3CDTF">2016-03-23T18:41:08Z</dcterms:created>
  <dcterms:modified xsi:type="dcterms:W3CDTF">2024-11-25T22:46:46Z</dcterms:modified>
</cp:coreProperties>
</file>